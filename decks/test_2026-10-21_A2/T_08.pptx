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開車：conducir / drive  //  市場：mercado / market  //  買菜：comprar víveres / buy groceries</a:t>
            </a:r>
          </a:p>
          <a:p>
            <a:r>
              <a:t>附近：cerca, alrededores / nearby  //  停車場：estacionamiento / parking lot  //  客滿：lleno / full</a:t>
            </a:r>
          </a:p>
          <a:p>
            <a:r>
              <a:t>繞：dar vueltas / go around  //  圈：vuelta / lap, circle  //  位子：lugar, espacio / spot, seat</a:t>
            </a:r>
          </a:p>
          <a:p>
            <a:r>
              <a:t>一直：continuamente / keep (doing)  //  按喇叭：tocar la bocina / honk  //  很遠：muy lejos / very far</a:t>
            </a:r>
          </a:p>
          <a:p>
            <a:r>
              <a:t>走路：caminar / walk</a:t>
            </a:r>
          </a:p>
          <a:p/>
          <a:p>
            <a:r>
              <a:t>問答：我開車去哪裡? // 我去做什麼? // 附近的停車場怎麼樣? // 我繞了幾圈? // 後面的車做什麼? // 最後我停在哪裡? // 我走了多久?</a:t>
            </a:r>
          </a:p>
          <a:p>
            <a:r>
              <a:t>補充：都（停車場都客滿了、大家都知道；todos / todo) // V了+時間（走了十五分鐘、等了二十分鐘、繞了三圈） // 一直+V（一直按喇叭、一直說、一直笑）</a:t>
            </a:r>
          </a:p>
          <a:p/>
          <a:p>
            <a:r>
              <a:t>西班牙文：Fui en carro al mercado a comprar víveres. Los estacionamientos de los alrededores estaban todos llenos. Di tres vueltas y aun así no había lugar. El carro de atrás no dejaba de tocar la bocina. Al final estacioné muy lejos. Caminé quince minutos.</a:t>
            </a:r>
          </a:p>
          <a:p>
            <a:r>
              <a:t>英文：I drove to the market to buy groceries. The parking lots nearby were all full. I circled three times and there was still no spot. The car behind me kept honking. In the end I parked very far away. I walked for fifteen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1.你會開車嗎? ¿Sabes manejar?</a:t>
            </a:r>
          </a:p>
          <a:p>
            <a:r>
              <a:t>2.你比較常開車還是搭公車? ¿Usas más el carro o el autobús?</a:t>
            </a:r>
          </a:p>
          <a:p>
            <a:r>
              <a:t>3.你最近一次找停車位是什麼時候? ¿Cuándo fue la última vez que buscaste estacionamiento?</a:t>
            </a:r>
          </a:p>
          <a:p>
            <a:r>
              <a:t>4.你找不到停車位的時候，心情怎麼樣? Cuando no encuentras estacionamiento, ¿cómo te sientes?</a:t>
            </a:r>
          </a:p>
          <a:p>
            <a:r>
              <a:t>5.你喜歡停在很遠的地方還是一直繞? ¿Prefieres estacionar lejos o seguir dando vueltas?</a:t>
            </a:r>
          </a:p>
          <a:p>
            <a:r>
              <a:t>6.你多久去一次市場? ¿Cada cuánto vas al mercado?</a:t>
            </a:r>
          </a:p>
          <a:p>
            <a:r>
              <a:t>7.在你的國家，停車容易嗎? En tu país, ¿es fácil estacionar?</a:t>
            </a:r>
          </a:p>
          <a:p>
            <a:r>
              <a:t>8.在你的國家，停車要付錢嗎? En tu país, ¿hay que pagar por estacionar?</a:t>
            </a:r>
          </a:p>
          <a:p>
            <a:r>
              <a:t>9.如果後面的車一直按喇叭，你會怎麼辦? Si el carro de atrás no deja de tocar la bocina, ¿qué haces?</a:t>
            </a:r>
          </a:p>
          <a:p>
            <a:r>
              <a:t>10.如果你要去很擠的地方，你會開車嗎? Si vas a un lugar muy lleno, ¿irías en carro?</a:t>
            </a:r>
          </a:p>
          <a:p/>
          <a:p>
            <a:r>
              <a:t>1.Can you drive?</a:t>
            </a:r>
          </a:p>
          <a:p>
            <a:r>
              <a:t>2.Do you drive more or take the bus more?</a:t>
            </a:r>
          </a:p>
          <a:p>
            <a:r>
              <a:t>3.When was the last time you looked for parking?</a:t>
            </a:r>
          </a:p>
          <a:p>
            <a:r>
              <a:t>4.How do you feel when you can't find parking?</a:t>
            </a:r>
          </a:p>
          <a:p>
            <a:r>
              <a:t>5.Do you prefer parking far away or circling around?</a:t>
            </a:r>
          </a:p>
          <a:p>
            <a:r>
              <a:t>6.How often do you go to the market?</a:t>
            </a:r>
          </a:p>
          <a:p>
            <a:r>
              <a:t>7.In your country, is it easy to park?</a:t>
            </a:r>
          </a:p>
          <a:p>
            <a:r>
              <a:t>8.In your country, do you have to pay for parking?</a:t>
            </a:r>
          </a:p>
          <a:p>
            <a:r>
              <a:t>9.If the car behind keeps honking, what do you do?</a:t>
            </a:r>
          </a:p>
          <a:p>
            <a:r>
              <a:t>10.If you were going somewhere very crowded, would you drive?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開車：conducir / drive  //  市場：mercado / market  //  買菜：comprar víveres / buy groceries</a:t>
            </a:r>
          </a:p>
          <a:p>
            <a:r>
              <a:t>附近：cerca, alrededores / nearby  //  停車場：estacionamiento / parking lot  //  客滿：lleno / full</a:t>
            </a:r>
          </a:p>
          <a:p>
            <a:r>
              <a:t>繞：dar vueltas / go around  //  圈：vuelta / lap, circle  //  位子：lugar, espacio / spot, seat</a:t>
            </a:r>
          </a:p>
          <a:p>
            <a:r>
              <a:t>一直：continuamente / keep (doing)  //  按喇叭：tocar la bocina / honk  //  很遠：muy lejos / very far</a:t>
            </a:r>
          </a:p>
          <a:p>
            <a:r>
              <a:t>走路：caminar / walk</a:t>
            </a:r>
          </a:p>
          <a:p/>
          <a:p>
            <a:r>
              <a:t>問答：我開車去哪裡? // 我去做什麼? // 附近的停車場怎麼樣? // 我繞了幾圈? // 後面的車做什麼? // 最後我停在哪裡? // 我走了多久?</a:t>
            </a:r>
          </a:p>
          <a:p>
            <a:r>
              <a:t>補充：都（停車場都客滿了、大家都知道；todos / todo) // V了+時間（走了十五分鐘、等了二十分鐘、繞了三圈） // 一直+V（一直按喇叭、一直說、一直笑）</a:t>
            </a:r>
          </a:p>
          <a:p/>
          <a:p>
            <a:r>
              <a:t>西班牙文：Fui en carro al mercado a comprar víveres. Los estacionamientos de los alrededores estaban todos llenos. Di tres vueltas y aun así no había lugar. El carro de atrás no dejaba de tocar la bocina. Al final estacioné muy lejos. Caminé quince minutos.</a:t>
            </a:r>
          </a:p>
          <a:p>
            <a:r>
              <a:t>英文：I drove to the market to buy groceries. The parking lots nearby were all full. I circled three times and there was still no spot. The car behind me kept honking. In the end I parked very far away. I walked for fifteen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1.你會開車嗎? ¿Sabes manejar?</a:t>
            </a:r>
          </a:p>
          <a:p>
            <a:r>
              <a:t>2.你比較常開車還是搭公車? ¿Usas más el carro o el autobús?</a:t>
            </a:r>
          </a:p>
          <a:p>
            <a:r>
              <a:t>3.你最近一次找停車位是什麼時候? ¿Cuándo fue la última vez que buscaste estacionamiento?</a:t>
            </a:r>
          </a:p>
          <a:p>
            <a:r>
              <a:t>4.你找不到停車位的時候，心情怎麼樣? Cuando no encuentras estacionamiento, ¿cómo te sientes?</a:t>
            </a:r>
          </a:p>
          <a:p>
            <a:r>
              <a:t>5.你喜歡停在很遠的地方還是一直繞? ¿Prefieres estacionar lejos o seguir dando vueltas?</a:t>
            </a:r>
          </a:p>
          <a:p>
            <a:r>
              <a:t>6.你多久去一次市場? ¿Cada cuánto vas al mercado?</a:t>
            </a:r>
          </a:p>
          <a:p>
            <a:r>
              <a:t>7.在你的國家，停車容易嗎? En tu país, ¿es fácil estacionar?</a:t>
            </a:r>
          </a:p>
          <a:p>
            <a:r>
              <a:t>8.在你的國家，停車要付錢嗎? En tu país, ¿hay que pagar por estacionar?</a:t>
            </a:r>
          </a:p>
          <a:p>
            <a:r>
              <a:t>9.如果後面的車一直按喇叭，你會怎麼辦? Si el carro de atrás no deja de tocar la bocina, ¿qué haces?</a:t>
            </a:r>
          </a:p>
          <a:p>
            <a:r>
              <a:t>10.如果你要去很擠的地方，你會開車嗎? Si vas a un lugar muy lleno, ¿irías en carro?</a:t>
            </a:r>
          </a:p>
          <a:p/>
          <a:p>
            <a:r>
              <a:t>1.Can you drive?</a:t>
            </a:r>
          </a:p>
          <a:p>
            <a:r>
              <a:t>2.Do you drive more or take the bus more?</a:t>
            </a:r>
          </a:p>
          <a:p>
            <a:r>
              <a:t>3.When was the last time you looked for parking?</a:t>
            </a:r>
          </a:p>
          <a:p>
            <a:r>
              <a:t>4.How do you feel when you can't find parking?</a:t>
            </a:r>
          </a:p>
          <a:p>
            <a:r>
              <a:t>5.Do you prefer parking far away or circling around?</a:t>
            </a:r>
          </a:p>
          <a:p>
            <a:r>
              <a:t>6.How often do you go to the market?</a:t>
            </a:r>
          </a:p>
          <a:p>
            <a:r>
              <a:t>7.In your country, is it easy to park?</a:t>
            </a:r>
          </a:p>
          <a:p>
            <a:r>
              <a:t>8.In your country, do you have to pay for parking?</a:t>
            </a:r>
          </a:p>
          <a:p>
            <a:r>
              <a:t>9.If the car behind keeps honking, what do you do?</a:t>
            </a:r>
          </a:p>
          <a:p>
            <a:r>
              <a:t>10.If you were going somewhere very crowded, would you drive?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我開車去市場買菜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附近的停車場都客滿了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我繞了三圈，還是沒有位子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後面的車一直按喇叭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最後我停在很遠的地方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走路走了十五分鐘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我开车去市场买菜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附近的停车场都客满了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我绕了三圈，还是没有位子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后面的车一直按喇叭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最后我停在很远的地方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走路走了十五分钟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