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下大雨：llover fuerte / rain heavily  //  濕：mojado / wet  //  趕著：apurarse para / be rushing to</a:t>
            </a:r>
          </a:p>
          <a:p>
            <a:r>
              <a:t>搭：tomar (transporte) / take (a ride)  //  公車：autobús / bus  //  一不小心：por descuido / accidentally</a:t>
            </a:r>
          </a:p>
          <a:p>
            <a:r>
              <a:t>滑倒：resbalar y caer / slip and fall  //  褲子：pantalones / pants  //  旁邊：al lado / beside</a:t>
            </a:r>
          </a:p>
          <a:p>
            <a:r>
              <a:t>阿姨：señora (trato amable) / auntie, ma'am  //  趕快：rápido / quickly  //  扶：sostener, ayudar a levantarse / help up</a:t>
            </a:r>
          </a:p>
          <a:p>
            <a:r>
              <a:t>臉：cara / face  //  紅：rojo / red</a:t>
            </a:r>
          </a:p>
          <a:p/>
          <a:p>
            <a:r>
              <a:t>問答：今天天氣怎麼樣? // 地上怎麼樣? // 我趕著去做什麼? // 我怎麼了? // 什麼東西濕了? // 誰來扶我? // 我說了什麼?</a:t>
            </a:r>
          </a:p>
          <a:p>
            <a:r>
              <a:t>補充：一不小心（一不小心就滑倒、一不小心打破杯子；por descuido） // 趕著+V（趕著搭公車、趕著上班） // 阿姨：在台灣可以用來稱呼不認識的中年女性</a:t>
            </a:r>
          </a:p>
          <a:p/>
          <a:p>
            <a:r>
              <a:t>西班牙文：Hoy llovía fuerte y el piso estaba muy mojado. Me apuraba para tomar el autobús. Sin querer, resbalé y caí. Los pantalones y las manos se me mojaron. La señora que estaba al lado corrió a ayudarme a levantarme. Dije gracias, con la cara un poco roja.</a:t>
            </a:r>
          </a:p>
          <a:p>
            <a:r>
              <a:t>英文：Today it rained heavily and the ground was very wet. I was rushing to catch the bus. Without paying attention, I slipped and fell. My pants and hands got wet. The auntie beside me quickly helped me up. I said thanks, my face a little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1.你喜歡下雨天嗎? 為什麼? ¿Te gustan los días de lluvia? ¿Por qué?</a:t>
            </a:r>
          </a:p>
          <a:p>
            <a:r>
              <a:t>2.下雨天你會帶雨傘嗎? En días de lluvia, ¿llevas paraguas?</a:t>
            </a:r>
          </a:p>
          <a:p>
            <a:r>
              <a:t>3.你有滑倒的經驗嗎? ¿Alguna vez te has resbalado?</a:t>
            </a:r>
          </a:p>
          <a:p>
            <a:r>
              <a:t>4.你最近一次淋雨是什麼時候? ¿Cuándo fue la última vez que te mojaste con la lluvia?</a:t>
            </a:r>
          </a:p>
          <a:p>
            <a:r>
              <a:t>5.下雨天你通常怎麼去上班或上課? En días de lluvia, ¿cómo vas al trabajo o a clases?</a:t>
            </a:r>
          </a:p>
          <a:p>
            <a:r>
              <a:t>6.你覺得下雨天走路要注意什麼? ¿A qué crees que hay que prestar atención al caminar bajo la lluvia?</a:t>
            </a:r>
          </a:p>
          <a:p>
            <a:r>
              <a:t>7.在你的國家，常常下雨嗎? En tu país, ¿llueve con frecuencia?</a:t>
            </a:r>
          </a:p>
          <a:p>
            <a:r>
              <a:t>8.在你的國家，別人摔倒了，大家會幫忙嗎? En tu país, si alguien se cae, ¿la gente ayuda?</a:t>
            </a:r>
          </a:p>
          <a:p>
            <a:r>
              <a:t>9.如果你看到有人滑倒，你會怎麼做? Si ves a alguien resbalar, ¿qué haces?</a:t>
            </a:r>
          </a:p>
          <a:p>
            <a:r>
              <a:t>10.如果你滑倒了，覺得很丟臉，你會怎麼辦? Si te resbalas y sientes vergüenza, ¿qué haces?</a:t>
            </a:r>
          </a:p>
          <a:p/>
          <a:p>
            <a:r>
              <a:t>1.Do you like rainy days? Why?</a:t>
            </a:r>
          </a:p>
          <a:p>
            <a:r>
              <a:t>2.Do you bring an umbrella on rainy days?</a:t>
            </a:r>
          </a:p>
          <a:p>
            <a:r>
              <a:t>3.Have you ever slipped and fallen?</a:t>
            </a:r>
          </a:p>
          <a:p>
            <a:r>
              <a:t>4.When was the last time you got caught in the rain?</a:t>
            </a:r>
          </a:p>
          <a:p>
            <a:r>
              <a:t>5.On rainy days, how do you usually get to work or class?</a:t>
            </a:r>
          </a:p>
          <a:p>
            <a:r>
              <a:t>6.What do you think we should watch out for when walking in the rain?</a:t>
            </a:r>
          </a:p>
          <a:p>
            <a:r>
              <a:t>7.In your country, does it rain often?</a:t>
            </a:r>
          </a:p>
          <a:p>
            <a:r>
              <a:t>8.In your country, do people help when someone falls?</a:t>
            </a:r>
          </a:p>
          <a:p>
            <a:r>
              <a:t>9.If you saw someone slip, what would you do?</a:t>
            </a:r>
          </a:p>
          <a:p>
            <a:r>
              <a:t>10.If you slipped and felt embarrassed, what would you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下大雨：llover fuerte / rain heavily  //  濕：mojado / wet  //  趕著：apurarse para / be rushing to</a:t>
            </a:r>
          </a:p>
          <a:p>
            <a:r>
              <a:t>搭：tomar (transporte) / take (a ride)  //  公車：autobús / bus  //  一不小心：por descuido / accidentally</a:t>
            </a:r>
          </a:p>
          <a:p>
            <a:r>
              <a:t>滑倒：resbalar y caer / slip and fall  //  褲子：pantalones / pants  //  旁邊：al lado / beside</a:t>
            </a:r>
          </a:p>
          <a:p>
            <a:r>
              <a:t>阿姨：señora (trato amable) / auntie, ma'am  //  趕快：rápido / quickly  //  扶：sostener, ayudar a levantarse / help up</a:t>
            </a:r>
          </a:p>
          <a:p>
            <a:r>
              <a:t>臉：cara / face  //  紅：rojo / red</a:t>
            </a:r>
          </a:p>
          <a:p/>
          <a:p>
            <a:r>
              <a:t>問答：今天天氣怎麼樣? // 地上怎麼樣? // 我趕著去做什麼? // 我怎麼了? // 什麼東西濕了? // 誰來扶我? // 我說了什麼?</a:t>
            </a:r>
          </a:p>
          <a:p>
            <a:r>
              <a:t>補充：一不小心（一不小心就滑倒、一不小心打破杯子；por descuido） // 趕著+V（趕著搭公車、趕著上班） // 阿姨：在台灣可以用來稱呼不認識的中年女性</a:t>
            </a:r>
          </a:p>
          <a:p/>
          <a:p>
            <a:r>
              <a:t>西班牙文：Hoy llovía fuerte y el piso estaba muy mojado. Me apuraba para tomar el autobús. Sin querer, resbalé y caí. Los pantalones y las manos se me mojaron. La señora que estaba al lado corrió a ayudarme a levantarme. Dije gracias, con la cara un poco roja.</a:t>
            </a:r>
          </a:p>
          <a:p>
            <a:r>
              <a:t>英文：Today it rained heavily and the ground was very wet. I was rushing to catch the bus. Without paying attention, I slipped and fell. My pants and hands got wet. The auntie beside me quickly helped me up. I said thanks, my face a little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1.你喜歡下雨天嗎? 為什麼? ¿Te gustan los días de lluvia? ¿Por qué?</a:t>
            </a:r>
          </a:p>
          <a:p>
            <a:r>
              <a:t>2.下雨天你會帶雨傘嗎? En días de lluvia, ¿llevas paraguas?</a:t>
            </a:r>
          </a:p>
          <a:p>
            <a:r>
              <a:t>3.你有滑倒的經驗嗎? ¿Alguna vez te has resbalado?</a:t>
            </a:r>
          </a:p>
          <a:p>
            <a:r>
              <a:t>4.你最近一次淋雨是什麼時候? ¿Cuándo fue la última vez que te mojaste con la lluvia?</a:t>
            </a:r>
          </a:p>
          <a:p>
            <a:r>
              <a:t>5.下雨天你通常怎麼去上班或上課? En días de lluvia, ¿cómo vas al trabajo o a clases?</a:t>
            </a:r>
          </a:p>
          <a:p>
            <a:r>
              <a:t>6.你覺得下雨天走路要注意什麼? ¿A qué crees que hay que prestar atención al caminar bajo la lluvia?</a:t>
            </a:r>
          </a:p>
          <a:p>
            <a:r>
              <a:t>7.在你的國家，常常下雨嗎? En tu país, ¿llueve con frecuencia?</a:t>
            </a:r>
          </a:p>
          <a:p>
            <a:r>
              <a:t>8.在你的國家，別人摔倒了，大家會幫忙嗎? En tu país, si alguien se cae, ¿la gente ayuda?</a:t>
            </a:r>
          </a:p>
          <a:p>
            <a:r>
              <a:t>9.如果你看到有人滑倒，你會怎麼做? Si ves a alguien resbalar, ¿qué haces?</a:t>
            </a:r>
          </a:p>
          <a:p>
            <a:r>
              <a:t>10.如果你滑倒了，覺得很丟臉，你會怎麼辦? Si te resbalas y sientes vergüenza, ¿qué haces?</a:t>
            </a:r>
          </a:p>
          <a:p/>
          <a:p>
            <a:r>
              <a:t>1.Do you like rainy days? Why?</a:t>
            </a:r>
          </a:p>
          <a:p>
            <a:r>
              <a:t>2.Do you bring an umbrella on rainy days?</a:t>
            </a:r>
          </a:p>
          <a:p>
            <a:r>
              <a:t>3.Have you ever slipped and fallen?</a:t>
            </a:r>
          </a:p>
          <a:p>
            <a:r>
              <a:t>4.When was the last time you got caught in the rain?</a:t>
            </a:r>
          </a:p>
          <a:p>
            <a:r>
              <a:t>5.On rainy days, how do you usually get to work or class?</a:t>
            </a:r>
          </a:p>
          <a:p>
            <a:r>
              <a:t>6.What do you think we should watch out for when walking in the rain?</a:t>
            </a:r>
          </a:p>
          <a:p>
            <a:r>
              <a:t>7.In your country, does it rain often?</a:t>
            </a:r>
          </a:p>
          <a:p>
            <a:r>
              <a:t>8.In your country, do people help when someone falls?</a:t>
            </a:r>
          </a:p>
          <a:p>
            <a:r>
              <a:t>9.If you saw someone slip, what would you do?</a:t>
            </a:r>
          </a:p>
          <a:p>
            <a:r>
              <a:t>10.If you slipped and felt embarrassed, what would you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今天下大雨，地上很濕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我趕著去搭公車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一不小心，就滑倒了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褲子和手都濕了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旁邊的阿姨趕快扶我</a:t>
            </a:r>
          </a:p>
          <a:p>
            <a:pPr algn="ctr">
              <a:lnSpc>
                <a:spcPct val="150000"/>
              </a:lnSpc>
            </a:pPr>
            <a:r>
              <a:rPr sz="4000" lang="zh-TW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我說謝謝，臉有點紅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今天下大雨，地上很湿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我赶着去搭公车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一不小心，就滑倒了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裤子和手都湿了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旁边的阿姨赶快扶我</a:t>
            </a:r>
          </a:p>
          <a:p>
            <a:pPr algn="ctr">
              <a:lnSpc>
                <a:spcPct val="150000"/>
              </a:lnSpc>
            </a:pPr>
            <a:r>
              <a:rPr sz="4000" lang="zh-CN">
                <a:solidFill>
                  <a:srgbClr val="000000"/>
                </a:solidFill>
                <a:latin typeface="澳聲通拼音庫楷-繁"/>
                <a:ea typeface="澳聲通拼音庫楷-繁"/>
                <a:cs typeface="澳聲通拼音庫楷-繁"/>
              </a:rPr>
              <a:t>我说谢谢，脸有点红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36741" y="147106"/>
            <a:ext cx="8053659" cy="6588974"/>
          </a:xfrm>
          <a:prstGeom prst="rect">
            <a:avLst/>
          </a:prstGeom>
          <a:solidFill>
            <a:srgbClr val="DAE3F3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217798" y="2823882"/>
            <a:ext cx="3718582" cy="3912197"/>
          </a:xfrm>
          <a:prstGeom prst="rect">
            <a:avLst/>
          </a:prstGeom>
          <a:solidFill>
            <a:srgbClr val="E2F0D9"/>
          </a:solidFill>
          <a:ln w="19050">
            <a:solidFill>
              <a:srgbClr val="375623"/>
            </a:solidFill>
          </a:ln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217798" y="147106"/>
            <a:ext cx="3718582" cy="2600000"/>
          </a:xfrm>
          <a:prstGeom prst="rect">
            <a:avLst/>
          </a:prstGeom>
          <a:solidFill>
            <a:srgbClr val="F2F2F2"/>
          </a:solidFill>
          <a:ln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（在這裡放圖片）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