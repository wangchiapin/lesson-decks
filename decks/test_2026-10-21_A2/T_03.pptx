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電梯：ascensor / elevator  //  樓：piso / floor  //  開會：tener una reunión / have a meeting</a:t>
            </a:r>
          </a:p>
          <a:p>
            <a:r>
              <a:t>走進：entrar caminando / walk into  //  按：presionar / press  //  安靜：silencioso / quiet</a:t>
            </a:r>
          </a:p>
          <a:p>
            <a:r>
              <a:t>走出去：salir caminando / walk out  //  發現：darse cuenta / notice, discover  //  不對：incorrecto, mal / wrong</a:t>
            </a:r>
          </a:p>
          <a:p>
            <a:r>
              <a:t>只好：no tener otro remedio que / have no choice but  //  再：otra vez / again  //  搭：tomar (transporte) / take (a ride)</a:t>
            </a:r>
          </a:p>
          <a:p/>
          <a:p>
            <a:r>
              <a:t>問答：我要去幾樓? // 我去做什麼? // 我按了幾樓? // 電梯門開了以後，外面怎麼樣? // 我什麼時候發現不對? // 這裡是幾樓? // 最後我怎麼做?</a:t>
            </a:r>
          </a:p>
          <a:p>
            <a:r>
              <a:t>補充：才（走出去才發現、吃完才知道；hasta que…） // 只好+V（只好再搭一次、只好等一下、只好走路） // 幾樓：一樓、二樓、八樓</a:t>
            </a:r>
          </a:p>
          <a:p/>
          <a:p>
            <a:r>
              <a:t>西班牙文：Tenía que ir al piso ocho para una reunión. Entré al ascensor y presioné el cinco. Cuando se abrió la puerta, afuera había mucho silencio. Recién al salir me di cuenta de que algo estaba mal. Este era el piso cinco, no el ocho. No me quedó más remedio que tomar el ascensor otra vez.</a:t>
            </a:r>
          </a:p>
          <a:p>
            <a:r>
              <a:t>英文：I had to go to the eighth floor for a meeting. I walked into the elevator and pressed five. The door opened and it was very quiet outside. Only after I walked out did I realize something was wrong. This was the fifth floor, not the eighth. I had no choice but to take the elevator again.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1.你常常搭電梯嗎? ¿Usas el ascensor con frecuencia?</a:t>
            </a:r>
          </a:p>
          <a:p>
            <a:r>
              <a:t>2.你住在幾樓? ¿En qué piso vives?</a:t>
            </a:r>
          </a:p>
          <a:p>
            <a:r>
              <a:t>3.你有按錯樓層的經驗嗎? ¿Alguna vez presionaste el piso equivocado?</a:t>
            </a:r>
          </a:p>
          <a:p>
            <a:r>
              <a:t>4.你覺得電梯裡的人為什麼都不說話? ¿Por qué crees que la gente no habla en el ascensor?</a:t>
            </a:r>
          </a:p>
          <a:p>
            <a:r>
              <a:t>5.你在電梯裡會做什麼? ¿Qué haces dentro del ascensor?</a:t>
            </a:r>
          </a:p>
          <a:p>
            <a:r>
              <a:t>6.你喜歡爬樓梯還是搭電梯? ¿Prefieres subir escaleras o tomar el ascensor?</a:t>
            </a:r>
          </a:p>
          <a:p>
            <a:r>
              <a:t>7.在你的國家，一樓是從0開始還是從1開始? En tu país, ¿el primer piso es el 0 o el 1?</a:t>
            </a:r>
          </a:p>
          <a:p>
            <a:r>
              <a:t>8.在你的國家，大家在電梯裡會打招呼嗎? En tu país, ¿la gente se saluda en el ascensor?</a:t>
            </a:r>
          </a:p>
          <a:p>
            <a:r>
              <a:t>9.如果你走錯樓層，你會怎麼辦? Si te bajas en el piso equivocado, ¿qué haces?</a:t>
            </a:r>
          </a:p>
          <a:p>
            <a:r>
              <a:t>10.如果電梯壞了，你會怎麼辦? Si el ascensor se descompone, ¿qué haces?</a:t>
            </a:r>
          </a:p>
          <a:p/>
          <a:p>
            <a:r>
              <a:t>1.Do you often take the elevator?</a:t>
            </a:r>
          </a:p>
          <a:p>
            <a:r>
              <a:t>2.Which floor do you live on?</a:t>
            </a:r>
          </a:p>
          <a:p>
            <a:r>
              <a:t>3.Have you ever pressed the wrong floor?</a:t>
            </a:r>
          </a:p>
          <a:p>
            <a:r>
              <a:t>4.Why do you think people don't talk in elevators?</a:t>
            </a:r>
          </a:p>
          <a:p>
            <a:r>
              <a:t>5.What do you do in an elevator?</a:t>
            </a:r>
          </a:p>
          <a:p>
            <a:r>
              <a:t>6.Do you prefer stairs or the elevator?</a:t>
            </a:r>
          </a:p>
          <a:p>
            <a:r>
              <a:t>7.In your country, does the first floor start from 0 or 1?</a:t>
            </a:r>
          </a:p>
          <a:p>
            <a:r>
              <a:t>8.In your country, do people greet each other in elevators?</a:t>
            </a:r>
          </a:p>
          <a:p>
            <a:r>
              <a:t>9.If you get off on the wrong floor, what do you do?</a:t>
            </a:r>
          </a:p>
          <a:p>
            <a:r>
              <a:t>10.If the elevator breaks down, what do you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電梯：ascensor / elevator  //  樓：piso / floor  //  開會：tener una reunión / have a meeting</a:t>
            </a:r>
          </a:p>
          <a:p>
            <a:r>
              <a:t>走進：entrar caminando / walk into  //  按：presionar / press  //  安靜：silencioso / quiet</a:t>
            </a:r>
          </a:p>
          <a:p>
            <a:r>
              <a:t>走出去：salir caminando / walk out  //  發現：darse cuenta / notice, discover  //  不對：incorrecto, mal / wrong</a:t>
            </a:r>
          </a:p>
          <a:p>
            <a:r>
              <a:t>只好：no tener otro remedio que / have no choice but  //  再：otra vez / again  //  搭：tomar (transporte) / take (a ride)</a:t>
            </a:r>
          </a:p>
          <a:p/>
          <a:p>
            <a:r>
              <a:t>問答：我要去幾樓? // 我去做什麼? // 我按了幾樓? // 電梯門開了以後，外面怎麼樣? // 我什麼時候發現不對? // 這裡是幾樓? // 最後我怎麼做?</a:t>
            </a:r>
          </a:p>
          <a:p>
            <a:r>
              <a:t>補充：才（走出去才發現、吃完才知道；hasta que…） // 只好+V（只好再搭一次、只好等一下、只好走路） // 幾樓：一樓、二樓、八樓</a:t>
            </a:r>
          </a:p>
          <a:p/>
          <a:p>
            <a:r>
              <a:t>西班牙文：Tenía que ir al piso ocho para una reunión. Entré al ascensor y presioné el cinco. Cuando se abrió la puerta, afuera había mucho silencio. Recién al salir me di cuenta de que algo estaba mal. Este era el piso cinco, no el ocho. No me quedó más remedio que tomar el ascensor otra vez.</a:t>
            </a:r>
          </a:p>
          <a:p>
            <a:r>
              <a:t>英文：I had to go to the eighth floor for a meeting. I walked into the elevator and pressed five. The door opened and it was very quiet outside. Only after I walked out did I realize something was wrong. This was the fifth floor, not the eighth. I had no choice but to take the elevator again.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1.你常常搭電梯嗎? ¿Usas el ascensor con frecuencia?</a:t>
            </a:r>
          </a:p>
          <a:p>
            <a:r>
              <a:t>2.你住在幾樓? ¿En qué piso vives?</a:t>
            </a:r>
          </a:p>
          <a:p>
            <a:r>
              <a:t>3.你有按錯樓層的經驗嗎? ¿Alguna vez presionaste el piso equivocado?</a:t>
            </a:r>
          </a:p>
          <a:p>
            <a:r>
              <a:t>4.你覺得電梯裡的人為什麼都不說話? ¿Por qué crees que la gente no habla en el ascensor?</a:t>
            </a:r>
          </a:p>
          <a:p>
            <a:r>
              <a:t>5.你在電梯裡會做什麼? ¿Qué haces dentro del ascensor?</a:t>
            </a:r>
          </a:p>
          <a:p>
            <a:r>
              <a:t>6.你喜歡爬樓梯還是搭電梯? ¿Prefieres subir escaleras o tomar el ascensor?</a:t>
            </a:r>
          </a:p>
          <a:p>
            <a:r>
              <a:t>7.在你的國家，一樓是從0開始還是從1開始? En tu país, ¿el primer piso es el 0 o el 1?</a:t>
            </a:r>
          </a:p>
          <a:p>
            <a:r>
              <a:t>8.在你的國家，大家在電梯裡會打招呼嗎? En tu país, ¿la gente se saluda en el ascensor?</a:t>
            </a:r>
          </a:p>
          <a:p>
            <a:r>
              <a:t>9.如果你走錯樓層，你會怎麼辦? Si te bajas en el piso equivocado, ¿qué haces?</a:t>
            </a:r>
          </a:p>
          <a:p>
            <a:r>
              <a:t>10.如果電梯壞了，你會怎麼辦? Si el ascensor se descompone, ¿qué haces?</a:t>
            </a:r>
          </a:p>
          <a:p/>
          <a:p>
            <a:r>
              <a:t>1.Do you often take the elevator?</a:t>
            </a:r>
          </a:p>
          <a:p>
            <a:r>
              <a:t>2.Which floor do you live on?</a:t>
            </a:r>
          </a:p>
          <a:p>
            <a:r>
              <a:t>3.Have you ever pressed the wrong floor?</a:t>
            </a:r>
          </a:p>
          <a:p>
            <a:r>
              <a:t>4.Why do you think people don't talk in elevators?</a:t>
            </a:r>
          </a:p>
          <a:p>
            <a:r>
              <a:t>5.What do you do in an elevator?</a:t>
            </a:r>
          </a:p>
          <a:p>
            <a:r>
              <a:t>6.Do you prefer stairs or the elevator?</a:t>
            </a:r>
          </a:p>
          <a:p>
            <a:r>
              <a:t>7.In your country, does the first floor start from 0 or 1?</a:t>
            </a:r>
          </a:p>
          <a:p>
            <a:r>
              <a:t>8.In your country, do people greet each other in elevators?</a:t>
            </a:r>
          </a:p>
          <a:p>
            <a:r>
              <a:t>9.If you get off on the wrong floor, what do you do?</a:t>
            </a:r>
          </a:p>
          <a:p>
            <a:r>
              <a:t>10.If the elevator breaks down, what do you 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TW">
                <a:solidFill>
                  <a:srgbClr val="000000"/>
                </a:solidFill>
                <a:latin typeface="澳聲通拼音庫楷-繁"/>
                <a:ea typeface="澳聲通拼音庫楷-繁"/>
                <a:cs typeface="澳聲通拼音庫楷-繁"/>
              </a:rPr>
              <a:t>我要去八樓開會</a:t>
            </a:r>
          </a:p>
          <a:p>
            <a:pPr algn="ctr">
              <a:lnSpc>
                <a:spcPct val="150000"/>
              </a:lnSpc>
            </a:pPr>
            <a:r>
              <a:rPr sz="4000" lang="zh-TW">
                <a:solidFill>
                  <a:srgbClr val="000000"/>
                </a:solidFill>
                <a:latin typeface="澳聲通拼音庫楷-繁"/>
                <a:ea typeface="澳聲通拼音庫楷-繁"/>
                <a:cs typeface="澳聲通拼音庫楷-繁"/>
              </a:rPr>
              <a:t>我走進電梯，按了五樓</a:t>
            </a:r>
          </a:p>
          <a:p>
            <a:pPr algn="ctr">
              <a:lnSpc>
                <a:spcPct val="150000"/>
              </a:lnSpc>
            </a:pPr>
            <a:r>
              <a:rPr sz="4000" lang="zh-TW">
                <a:solidFill>
                  <a:srgbClr val="000000"/>
                </a:solidFill>
                <a:latin typeface="澳聲通拼音庫楷-繁"/>
                <a:ea typeface="澳聲通拼音庫楷-繁"/>
                <a:cs typeface="澳聲通拼音庫楷-繁"/>
              </a:rPr>
              <a:t>電梯門開了，外面很安靜</a:t>
            </a:r>
          </a:p>
          <a:p>
            <a:pPr algn="ctr">
              <a:lnSpc>
                <a:spcPct val="150000"/>
              </a:lnSpc>
            </a:pPr>
            <a:r>
              <a:rPr sz="4000" lang="zh-TW">
                <a:solidFill>
                  <a:srgbClr val="000000"/>
                </a:solidFill>
                <a:latin typeface="澳聲通拼音庫楷-繁"/>
                <a:ea typeface="澳聲通拼音庫楷-繁"/>
                <a:cs typeface="澳聲通拼音庫楷-繁"/>
              </a:rPr>
              <a:t>我走出去才發現不對</a:t>
            </a:r>
          </a:p>
          <a:p>
            <a:pPr algn="ctr">
              <a:lnSpc>
                <a:spcPct val="150000"/>
              </a:lnSpc>
            </a:pPr>
            <a:r>
              <a:rPr sz="4000" lang="zh-TW">
                <a:solidFill>
                  <a:srgbClr val="000000"/>
                </a:solidFill>
                <a:latin typeface="澳聲通拼音庫楷-繁"/>
                <a:ea typeface="澳聲通拼音庫楷-繁"/>
                <a:cs typeface="澳聲通拼音庫楷-繁"/>
              </a:rPr>
              <a:t>這裡是五樓，不是八樓</a:t>
            </a:r>
          </a:p>
          <a:p>
            <a:pPr algn="ctr">
              <a:lnSpc>
                <a:spcPct val="150000"/>
              </a:lnSpc>
            </a:pPr>
            <a:r>
              <a:rPr sz="4000" lang="zh-TW">
                <a:solidFill>
                  <a:srgbClr val="000000"/>
                </a:solidFill>
                <a:latin typeface="澳聲通拼音庫楷-繁"/>
                <a:ea typeface="澳聲通拼音庫楷-繁"/>
                <a:cs typeface="澳聲通拼音庫楷-繁"/>
              </a:rPr>
              <a:t>我只好再搭一次電梯</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CN">
                <a:solidFill>
                  <a:srgbClr val="000000"/>
                </a:solidFill>
                <a:latin typeface="澳聲通拼音庫楷-繁"/>
                <a:ea typeface="澳聲通拼音庫楷-繁"/>
                <a:cs typeface="澳聲通拼音庫楷-繁"/>
              </a:rPr>
              <a:t>我要去八楼开会</a:t>
            </a:r>
          </a:p>
          <a:p>
            <a:pPr algn="ctr">
              <a:lnSpc>
                <a:spcPct val="150000"/>
              </a:lnSpc>
            </a:pPr>
            <a:r>
              <a:rPr sz="4000" lang="zh-CN">
                <a:solidFill>
                  <a:srgbClr val="000000"/>
                </a:solidFill>
                <a:latin typeface="澳聲通拼音庫楷-繁"/>
                <a:ea typeface="澳聲通拼音庫楷-繁"/>
                <a:cs typeface="澳聲通拼音庫楷-繁"/>
              </a:rPr>
              <a:t>我走进电梯，按了五楼</a:t>
            </a:r>
          </a:p>
          <a:p>
            <a:pPr algn="ctr">
              <a:lnSpc>
                <a:spcPct val="150000"/>
              </a:lnSpc>
            </a:pPr>
            <a:r>
              <a:rPr sz="4000" lang="zh-CN">
                <a:solidFill>
                  <a:srgbClr val="000000"/>
                </a:solidFill>
                <a:latin typeface="澳聲通拼音庫楷-繁"/>
                <a:ea typeface="澳聲通拼音庫楷-繁"/>
                <a:cs typeface="澳聲通拼音庫楷-繁"/>
              </a:rPr>
              <a:t>电梯门开了，外面很安静</a:t>
            </a:r>
          </a:p>
          <a:p>
            <a:pPr algn="ctr">
              <a:lnSpc>
                <a:spcPct val="150000"/>
              </a:lnSpc>
            </a:pPr>
            <a:r>
              <a:rPr sz="4000" lang="zh-CN">
                <a:solidFill>
                  <a:srgbClr val="000000"/>
                </a:solidFill>
                <a:latin typeface="澳聲通拼音庫楷-繁"/>
                <a:ea typeface="澳聲通拼音庫楷-繁"/>
                <a:cs typeface="澳聲通拼音庫楷-繁"/>
              </a:rPr>
              <a:t>我走出去才发现不对</a:t>
            </a:r>
          </a:p>
          <a:p>
            <a:pPr algn="ctr">
              <a:lnSpc>
                <a:spcPct val="150000"/>
              </a:lnSpc>
            </a:pPr>
            <a:r>
              <a:rPr sz="4000" lang="zh-CN">
                <a:solidFill>
                  <a:srgbClr val="000000"/>
                </a:solidFill>
                <a:latin typeface="澳聲通拼音庫楷-繁"/>
                <a:ea typeface="澳聲通拼音庫楷-繁"/>
                <a:cs typeface="澳聲通拼音庫楷-繁"/>
              </a:rPr>
              <a:t>这里是五楼，不是八楼</a:t>
            </a:r>
          </a:p>
          <a:p>
            <a:pPr algn="ctr">
              <a:lnSpc>
                <a:spcPct val="150000"/>
              </a:lnSpc>
            </a:pPr>
            <a:r>
              <a:rPr sz="4000" lang="zh-CN">
                <a:solidFill>
                  <a:srgbClr val="000000"/>
                </a:solidFill>
                <a:latin typeface="澳聲通拼音庫楷-繁"/>
                <a:ea typeface="澳聲通拼音庫楷-繁"/>
                <a:cs typeface="澳聲通拼音庫楷-繁"/>
              </a:rPr>
              <a:t>我只好再搭一次电梯</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