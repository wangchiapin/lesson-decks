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衛生紙：papel higiénico / toilet paper  //  用完：acabarse / run out of  //  超市：supermercado / supermarket</a:t>
            </a:r>
          </a:p>
          <a:p>
            <a:r>
              <a:t>種類：tipo, variedad / kind, variety  //  選：elegir / choose  //  最後：al final / finally</a:t>
            </a:r>
          </a:p>
          <a:p>
            <a:r>
              <a:t>一大包：un paquete grande / a big pack  //  拿不動：no poder cargar / can't carry  //  還好：menos mal / luckily</a:t>
            </a:r>
          </a:p>
          <a:p>
            <a:r>
              <a:t>店員：empleado(a) de tienda / store clerk  //  提：llevar (en la mano) / carry (by hand)  //  門口：entrada / entrance</a:t>
            </a:r>
          </a:p>
          <a:p/>
          <a:p>
            <a:r>
              <a:t>問答：我家什麼用完了? // 我去哪裡買? // 衛生紙的種類多不多? // 最後我買了什麼? // 我為什麼拿不動? // 誰幫我提到門口?</a:t>
            </a:r>
          </a:p>
          <a:p>
            <a:r>
              <a:t>補充：還好（還好有店員幫我、還好沒下雨） // V不動（拿不動、走不動、搬不動；cargar/moverse sin poder）</a:t>
            </a:r>
          </a:p>
          <a:p/>
          <a:p>
            <a:r>
              <a:t>西班牙文：Se me acabó el papel higiénico en casa. Fui al supermercado a comprar. Había muchos tipos y no sabía cuál elegir. Al final compré un paquete grande. Pero yo solo no podía cargarlo. Menos mal que el empleado me ayudó a llevarlo hasta la entrada.</a:t>
            </a:r>
          </a:p>
          <a:p>
            <a:r>
              <a:t>英文：We ran out of toilet paper at home. I went to the supermarket to buy some. There were many kinds and I didn't know which to choose. In the end I bought a big pack. But I couldn't carry it by myself. Luckily the clerk helped me carry it to the entrance.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1.你家常常買衛生紙嗎? ¿Compras papel higiénico con frecuencia?</a:t>
            </a:r>
          </a:p>
          <a:p>
            <a:r>
              <a:t>2.你在哪裡買日常用品? ¿Dónde compras los artículos de uso diario?</a:t>
            </a:r>
          </a:p>
          <a:p>
            <a:r>
              <a:t>3.你最近一次去超市是什麼時候? ¿Cuándo fue la última vez que fuiste al supermercado?</a:t>
            </a:r>
          </a:p>
          <a:p>
            <a:r>
              <a:t>4.你買東西的時候，會比較價錢嗎? Cuando compras, ¿comparas los precios?</a:t>
            </a:r>
          </a:p>
          <a:p>
            <a:r>
              <a:t>5.你喜歡買很多還是一次買一點? ¿Prefieres comprar mucho o poco cada vez?</a:t>
            </a:r>
          </a:p>
          <a:p>
            <a:r>
              <a:t>6.你有拿不動東西的經驗嗎? ¿Alguna vez no pudiste cargar algo?</a:t>
            </a:r>
          </a:p>
          <a:p>
            <a:r>
              <a:t>7.在你的國家，超市有人幫忙提東西嗎? En tu país, ¿hay quien ayude a cargar las compras en el supermercado?</a:t>
            </a:r>
          </a:p>
          <a:p>
            <a:r>
              <a:t>8.在你的國家，衛生紙一包大概多少錢? En tu país, ¿cuánto cuesta un paquete de papel higiénico?</a:t>
            </a:r>
          </a:p>
          <a:p>
            <a:r>
              <a:t>9.如果店員很熱心，你會說什麼? Si el empleado es muy amable, ¿qué le dices?</a:t>
            </a:r>
          </a:p>
          <a:p>
            <a:r>
              <a:t>10.如果你忘了買衛生紙，你會怎麼辦? Si olvidas comprar papel higiénico, ¿qué haces?</a:t>
            </a:r>
          </a:p>
          <a:p/>
          <a:p>
            <a:r>
              <a:t>1.Do you often buy toilet paper?</a:t>
            </a:r>
          </a:p>
          <a:p>
            <a:r>
              <a:t>2.Where do you buy daily necessities?</a:t>
            </a:r>
          </a:p>
          <a:p>
            <a:r>
              <a:t>3.When was the last time you went to the supermarket?</a:t>
            </a:r>
          </a:p>
          <a:p>
            <a:r>
              <a:t>4.When you shop, do you compare prices?</a:t>
            </a:r>
          </a:p>
          <a:p>
            <a:r>
              <a:t>5.Do you prefer to buy a lot or a little at a time?</a:t>
            </a:r>
          </a:p>
          <a:p>
            <a:r>
              <a:t>6.Have you ever been unable to carry something?</a:t>
            </a:r>
          </a:p>
          <a:p>
            <a:r>
              <a:t>7.In your country, does anyone help carry things at the supermarket?</a:t>
            </a:r>
          </a:p>
          <a:p>
            <a:r>
              <a:t>8.In your country, how much is a pack of toilet paper?</a:t>
            </a:r>
          </a:p>
          <a:p>
            <a:r>
              <a:t>9.If the clerk is very helpful, what would you say?</a:t>
            </a:r>
          </a:p>
          <a:p>
            <a:r>
              <a:t>10.If you forget to buy toilet paper, what do you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衛生紙：papel higiénico / toilet paper  //  用完：acabarse / run out of  //  超市：supermercado / supermarket</a:t>
            </a:r>
          </a:p>
          <a:p>
            <a:r>
              <a:t>種類：tipo, variedad / kind, variety  //  選：elegir / choose  //  最後：al final / finally</a:t>
            </a:r>
          </a:p>
          <a:p>
            <a:r>
              <a:t>一大包：un paquete grande / a big pack  //  拿不動：no poder cargar / can't carry  //  還好：menos mal / luckily</a:t>
            </a:r>
          </a:p>
          <a:p>
            <a:r>
              <a:t>店員：empleado(a) de tienda / store clerk  //  提：llevar (en la mano) / carry (by hand)  //  門口：entrada / entrance</a:t>
            </a:r>
          </a:p>
          <a:p/>
          <a:p>
            <a:r>
              <a:t>問答：我家什麼用完了? // 我去哪裡買? // 衛生紙的種類多不多? // 最後我買了什麼? // 我為什麼拿不動? // 誰幫我提到門口?</a:t>
            </a:r>
          </a:p>
          <a:p>
            <a:r>
              <a:t>補充：還好（還好有店員幫我、還好沒下雨） // V不動（拿不動、走不動、搬不動；cargar/moverse sin poder）</a:t>
            </a:r>
          </a:p>
          <a:p/>
          <a:p>
            <a:r>
              <a:t>西班牙文：Se me acabó el papel higiénico en casa. Fui al supermercado a comprar. Había muchos tipos y no sabía cuál elegir. Al final compré un paquete grande. Pero yo solo no podía cargarlo. Menos mal que el empleado me ayudó a llevarlo hasta la entrada.</a:t>
            </a:r>
          </a:p>
          <a:p>
            <a:r>
              <a:t>英文：We ran out of toilet paper at home. I went to the supermarket to buy some. There were many kinds and I didn't know which to choose. In the end I bought a big pack. But I couldn't carry it by myself. Luckily the clerk helped me carry it to the entrance.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1.你家常常買衛生紙嗎? ¿Compras papel higiénico con frecuencia?</a:t>
            </a:r>
          </a:p>
          <a:p>
            <a:r>
              <a:t>2.你在哪裡買日常用品? ¿Dónde compras los artículos de uso diario?</a:t>
            </a:r>
          </a:p>
          <a:p>
            <a:r>
              <a:t>3.你最近一次去超市是什麼時候? ¿Cuándo fue la última vez que fuiste al supermercado?</a:t>
            </a:r>
          </a:p>
          <a:p>
            <a:r>
              <a:t>4.你買東西的時候，會比較價錢嗎? Cuando compras, ¿comparas los precios?</a:t>
            </a:r>
          </a:p>
          <a:p>
            <a:r>
              <a:t>5.你喜歡買很多還是一次買一點? ¿Prefieres comprar mucho o poco cada vez?</a:t>
            </a:r>
          </a:p>
          <a:p>
            <a:r>
              <a:t>6.你有拿不動東西的經驗嗎? ¿Alguna vez no pudiste cargar algo?</a:t>
            </a:r>
          </a:p>
          <a:p>
            <a:r>
              <a:t>7.在你的國家，超市有人幫忙提東西嗎? En tu país, ¿hay quien ayude a cargar las compras en el supermercado?</a:t>
            </a:r>
          </a:p>
          <a:p>
            <a:r>
              <a:t>8.在你的國家，衛生紙一包大概多少錢? En tu país, ¿cuánto cuesta un paquete de papel higiénico?</a:t>
            </a:r>
          </a:p>
          <a:p>
            <a:r>
              <a:t>9.如果店員很熱心，你會說什麼? Si el empleado es muy amable, ¿qué le dices?</a:t>
            </a:r>
          </a:p>
          <a:p>
            <a:r>
              <a:t>10.如果你忘了買衛生紙，你會怎麼辦? Si olvidas comprar papel higiénico, ¿qué haces?</a:t>
            </a:r>
          </a:p>
          <a:p/>
          <a:p>
            <a:r>
              <a:t>1.Do you often buy toilet paper?</a:t>
            </a:r>
          </a:p>
          <a:p>
            <a:r>
              <a:t>2.Where do you buy daily necessities?</a:t>
            </a:r>
          </a:p>
          <a:p>
            <a:r>
              <a:t>3.When was the last time you went to the supermarket?</a:t>
            </a:r>
          </a:p>
          <a:p>
            <a:r>
              <a:t>4.When you shop, do you compare prices?</a:t>
            </a:r>
          </a:p>
          <a:p>
            <a:r>
              <a:t>5.Do you prefer to buy a lot or a little at a time?</a:t>
            </a:r>
          </a:p>
          <a:p>
            <a:r>
              <a:t>6.Have you ever been unable to carry something?</a:t>
            </a:r>
          </a:p>
          <a:p>
            <a:r>
              <a:t>7.In your country, does anyone help carry things at the supermarket?</a:t>
            </a:r>
          </a:p>
          <a:p>
            <a:r>
              <a:t>8.In your country, how much is a pack of toilet paper?</a:t>
            </a:r>
          </a:p>
          <a:p>
            <a:r>
              <a:t>9.If the clerk is very helpful, what would you say?</a:t>
            </a:r>
          </a:p>
          <a:p>
            <a:r>
              <a:t>10.If you forget to buy toilet paper, what do you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我家的衛生紙用完了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我去超市買衛生紙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種類很多，我不知道選哪個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最後我買了一大包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可是我一個人拿不動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還好店員幫我提到門口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我家的卫生纸用完了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我去超市买卫生纸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种类很多，我不知道选哪个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最后我买了一大包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可是我一个人拿不动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还好店员帮我提到门口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