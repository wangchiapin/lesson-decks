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中午：mediodía / noon  //  便當：comida en caja (bento) / boxed meal (bento)  //  菜單：menú / menu</a:t>
            </a:r>
          </a:p>
          <a:p>
            <a:r>
              <a:t>排骨：chuleta de cerdo / pork chop  //  辣：picante / spicy  //  老闆：dueño(a) / boss, shop owner</a:t>
            </a:r>
          </a:p>
          <a:p>
            <a:r>
              <a:t>飯：arroz / rice  //  多：más, mucho / more, many  //  十分鐘：diez minutos / ten minutes</a:t>
            </a:r>
          </a:p>
          <a:p>
            <a:r>
              <a:t>拿到：conseguir, recibir / get, receive  //  熱熱的：calientito / nice and hot  //  好吃：rico / delicious</a:t>
            </a:r>
          </a:p>
          <a:p/>
          <a:p>
            <a:r>
              <a:t>問答：我中午想吃什麼? // 我走到哪裡? // 我點了什麼便當? // 我要辣的嗎? // 老闆問我什麼? // 我等了多久? // 便當怎麼樣?</a:t>
            </a:r>
          </a:p>
          <a:p>
            <a:r>
              <a:t>補充：不要+adj（不要辣、不要甜、不要冰；no quiero que sea…） // A多一點／A少一點（飯多一點、辣少一點）</a:t>
            </a:r>
          </a:p>
          <a:p/>
          <a:p>
            <a:r>
              <a:t>西班牙文：Al mediodía quería comer un bento. Fui a la tienda de bentos y miré el menú. Pedí uno de chuleta de cerdo, sin picante. El dueño preguntó: «¿Quiere más arroz?». Dije: «Sí, gracias». Diez minutos después recibí mi bento. Estaba calientito y muy rico.</a:t>
            </a:r>
          </a:p>
          <a:p>
            <a:r>
              <a:t>英文：At noon I wanted a boxed meal. I walked to the bento shop and looked at the menu. I ordered the pork chop bento, not spicy. The owner asked, "Do you want extra rice?" I said, "Yes, thanks!" Ten minutes later I got my bento. It was hot and delicious.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1.你常常吃便當嗎? ¿Comes bento con frecuencia?</a:t>
            </a:r>
          </a:p>
          <a:p>
            <a:r>
              <a:t>2.你中午通常吃什麼? ¿Qué sueles comer al mediodía?</a:t>
            </a:r>
          </a:p>
          <a:p>
            <a:r>
              <a:t>3.你最近一次點便當是什麼時候? ¿Cuándo fue la última vez que pediste un bento?</a:t>
            </a:r>
          </a:p>
          <a:p>
            <a:r>
              <a:t>4.你喜歡吃辣的嗎? ¿Te gusta la comida picante?</a:t>
            </a:r>
          </a:p>
          <a:p>
            <a:r>
              <a:t>5.你點餐的時候，會看菜單還是問老闆? Al pedir, ¿miras el menú o le preguntas al dueño?</a:t>
            </a:r>
          </a:p>
          <a:p>
            <a:r>
              <a:t>6.你覺得便當的價錢貴不貴? ¿Crees que el precio del bento es caro?</a:t>
            </a:r>
          </a:p>
          <a:p>
            <a:r>
              <a:t>7.在你的國家，大家中午吃什麼? En tu país, ¿qué come la gente al mediodía?</a:t>
            </a:r>
          </a:p>
          <a:p>
            <a:r>
              <a:t>8.在你的國家，有沒有像便當一樣的食物? En tu país, ¿hay algo parecido al bento?</a:t>
            </a:r>
          </a:p>
          <a:p>
            <a:r>
              <a:t>9.如果你不知道點什麼，你會怎麼問? Si no sabes qué pedir, ¿cómo preguntas?</a:t>
            </a:r>
          </a:p>
          <a:p>
            <a:r>
              <a:t>10.如果你不能吃辣，你會怎麼說? Si no puedes comer picante, ¿cómo lo dices?</a:t>
            </a:r>
          </a:p>
          <a:p/>
          <a:p>
            <a:r>
              <a:t>1.Do you often eat bento?</a:t>
            </a:r>
          </a:p>
          <a:p>
            <a:r>
              <a:t>2.What do you usually eat for lunch?</a:t>
            </a:r>
          </a:p>
          <a:p>
            <a:r>
              <a:t>3.When was the last time you ordered a bento?</a:t>
            </a:r>
          </a:p>
          <a:p>
            <a:r>
              <a:t>4.Do you like spicy food?</a:t>
            </a:r>
          </a:p>
          <a:p>
            <a:r>
              <a:t>5.When you order, do you read the menu or ask the owner?</a:t>
            </a:r>
          </a:p>
          <a:p>
            <a:r>
              <a:t>6.Do you think the price of a bento is expensive?</a:t>
            </a:r>
          </a:p>
          <a:p>
            <a:r>
              <a:t>7.In your country, what do people eat at noon?</a:t>
            </a:r>
          </a:p>
          <a:p>
            <a:r>
              <a:t>8.In your country, is there food similar to a bento?</a:t>
            </a:r>
          </a:p>
          <a:p>
            <a:r>
              <a:t>9.If you don't know what to order, how do you ask?</a:t>
            </a:r>
          </a:p>
          <a:p>
            <a:r>
              <a:t>10.If you can't eat spicy food, how do you say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中午：mediodía / noon  //  便當：comida en caja (bento) / boxed meal (bento)  //  菜單：menú / menu</a:t>
            </a:r>
          </a:p>
          <a:p>
            <a:r>
              <a:t>排骨：chuleta de cerdo / pork chop  //  辣：picante / spicy  //  老闆：dueño(a) / boss, shop owner</a:t>
            </a:r>
          </a:p>
          <a:p>
            <a:r>
              <a:t>飯：arroz / rice  //  多：más, mucho / more, many  //  十分鐘：diez minutos / ten minutes</a:t>
            </a:r>
          </a:p>
          <a:p>
            <a:r>
              <a:t>拿到：conseguir, recibir / get, receive  //  熱熱的：calientito / nice and hot  //  好吃：rico / delicious</a:t>
            </a:r>
          </a:p>
          <a:p/>
          <a:p>
            <a:r>
              <a:t>問答：我中午想吃什麼? // 我走到哪裡? // 我點了什麼便當? // 我要辣的嗎? // 老闆問我什麼? // 我等了多久? // 便當怎麼樣?</a:t>
            </a:r>
          </a:p>
          <a:p>
            <a:r>
              <a:t>補充：不要+adj（不要辣、不要甜、不要冰；no quiero que sea…） // A多一點／A少一點（飯多一點、辣少一點）</a:t>
            </a:r>
          </a:p>
          <a:p/>
          <a:p>
            <a:r>
              <a:t>西班牙文：Al mediodía quería comer un bento. Fui a la tienda de bentos y miré el menú. Pedí uno de chuleta de cerdo, sin picante. El dueño preguntó: «¿Quiere más arroz?». Dije: «Sí, gracias». Diez minutos después recibí mi bento. Estaba calientito y muy rico.</a:t>
            </a:r>
          </a:p>
          <a:p>
            <a:r>
              <a:t>英文：At noon I wanted a boxed meal. I walked to the bento shop and looked at the menu. I ordered the pork chop bento, not spicy. The owner asked, "Do you want extra rice?" I said, "Yes, thanks!" Ten minutes later I got my bento. It was hot and delicious.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1.你常常吃便當嗎? ¿Comes bento con frecuencia?</a:t>
            </a:r>
          </a:p>
          <a:p>
            <a:r>
              <a:t>2.你中午通常吃什麼? ¿Qué sueles comer al mediodía?</a:t>
            </a:r>
          </a:p>
          <a:p>
            <a:r>
              <a:t>3.你最近一次點便當是什麼時候? ¿Cuándo fue la última vez que pediste un bento?</a:t>
            </a:r>
          </a:p>
          <a:p>
            <a:r>
              <a:t>4.你喜歡吃辣的嗎? ¿Te gusta la comida picante?</a:t>
            </a:r>
          </a:p>
          <a:p>
            <a:r>
              <a:t>5.你點餐的時候，會看菜單還是問老闆? Al pedir, ¿miras el menú o le preguntas al dueño?</a:t>
            </a:r>
          </a:p>
          <a:p>
            <a:r>
              <a:t>6.你覺得便當的價錢貴不貴? ¿Crees que el precio del bento es caro?</a:t>
            </a:r>
          </a:p>
          <a:p>
            <a:r>
              <a:t>7.在你的國家，大家中午吃什麼? En tu país, ¿qué come la gente al mediodía?</a:t>
            </a:r>
          </a:p>
          <a:p>
            <a:r>
              <a:t>8.在你的國家，有沒有像便當一樣的食物? En tu país, ¿hay algo parecido al bento?</a:t>
            </a:r>
          </a:p>
          <a:p>
            <a:r>
              <a:t>9.如果你不知道點什麼，你會怎麼問? Si no sabes qué pedir, ¿cómo preguntas?</a:t>
            </a:r>
          </a:p>
          <a:p>
            <a:r>
              <a:t>10.如果你不能吃辣，你會怎麼說? Si no puedes comer picante, ¿cómo lo dices?</a:t>
            </a:r>
          </a:p>
          <a:p/>
          <a:p>
            <a:r>
              <a:t>1.Do you often eat bento?</a:t>
            </a:r>
          </a:p>
          <a:p>
            <a:r>
              <a:t>2.What do you usually eat for lunch?</a:t>
            </a:r>
          </a:p>
          <a:p>
            <a:r>
              <a:t>3.When was the last time you ordered a bento?</a:t>
            </a:r>
          </a:p>
          <a:p>
            <a:r>
              <a:t>4.Do you like spicy food?</a:t>
            </a:r>
          </a:p>
          <a:p>
            <a:r>
              <a:t>5.When you order, do you read the menu or ask the owner?</a:t>
            </a:r>
          </a:p>
          <a:p>
            <a:r>
              <a:t>6.Do you think the price of a bento is expensive?</a:t>
            </a:r>
          </a:p>
          <a:p>
            <a:r>
              <a:t>7.In your country, what do people eat at noon?</a:t>
            </a:r>
          </a:p>
          <a:p>
            <a:r>
              <a:t>8.In your country, is there food similar to a bento?</a:t>
            </a:r>
          </a:p>
          <a:p>
            <a:r>
              <a:t>9.If you don't know what to order, how do you ask?</a:t>
            </a:r>
          </a:p>
          <a:p>
            <a:r>
              <a:t>10.If you can't eat spicy food, how do you say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我中午想吃便當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我走到便當店，看菜單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我要排骨便當，不要辣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老闆問：「飯要多嗎？」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我說：「好，謝謝！」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十分鐘後我拿到便當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熱熱的，很好吃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我中午想吃便当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我走到便当店，看菜单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我要排骨便当，不要辣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老板问：「饭要多吗？」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我说：「好，谢谢！」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十分钟后我拿到便当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热热的，很好吃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