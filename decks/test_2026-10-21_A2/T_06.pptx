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書店：librería / bookstore  //  看書：leer / read (a book)  //  看著看著：mientras miraba / keep looking, before I knew it</a:t>
            </a:r>
          </a:p>
          <a:p>
            <a:r>
              <a:t>天色：luz del cielo / sky, daylight  //  變暗：oscurecer / get dark  //  店員：empleado(a) de tienda / store clerk</a:t>
            </a:r>
          </a:p>
          <a:p>
            <a:r>
              <a:t>幾點：¿a qué hora? / what time  //  關門：cerrar (la tienda) / close (a shop)  //  剩：quedar / be left</a:t>
            </a:r>
          </a:p>
          <a:p>
            <a:r>
              <a:t>嚇了一跳：asustarse / be startled  //  趕快：rápido / hurry up  //  結帳：pagar la cuenta / check out, pay</a:t>
            </a:r>
          </a:p>
          <a:p>
            <a:r>
              <a:t>本：(clasificador de libros) / measure word for books</a:t>
            </a:r>
          </a:p>
          <a:p/>
          <a:p>
            <a:r>
              <a:t>問答：我在哪裡看書? // 天色後來怎麼了? // 我問店員什麼? // 書店幾點關門? // 還剩多久? // 我嚇了一跳以後，趕快做什麼? // 最後我買了什麼?</a:t>
            </a:r>
          </a:p>
          <a:p>
            <a:r>
              <a:t>補充：請問…（請問幾點關門？請問洗手間在哪裡？；pregunta cortés） // 剩（剩十分鐘、剩一個、剩一點點） // 量詞「本」：一本書、兩本書、三本雜誌</a:t>
            </a:r>
          </a:p>
          <a:p/>
          <a:p>
            <a:r>
              <a:t>西班牙文：Estaba leyendo en una librería. Mientras leía, se fue oscureciendo. Le pregunté a la empleada: «¿A qué hora cierran?». Me dijo: «A las nueve, faltan diez minutos». Me asusté y fui rápido a pagar. Al final compré dos libros.</a:t>
            </a:r>
          </a:p>
          <a:p>
            <a:r>
              <a:t>英文：I was reading in a bookstore. Before I knew it, it was getting dark. I asked the clerk, "What time do you close?" She said, "Nine o'clock, ten minutes left." I was startled and hurried to pay. In the end I bought two 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1.你喜歡去書店嗎? ¿Te gusta ir a las librerías?</a:t>
            </a:r>
          </a:p>
          <a:p>
            <a:r>
              <a:t>2.你常常看什麼書? ¿Qué libros lees con frecuencia?</a:t>
            </a:r>
          </a:p>
          <a:p>
            <a:r>
              <a:t>3.你最近一次看書是什麼時候? ¿Cuándo fue la última vez que leíste un libro?</a:t>
            </a:r>
          </a:p>
          <a:p>
            <a:r>
              <a:t>4.你看書的時候，時間會過得很快嗎? Cuando lees, ¿el tiempo pasa rápido?</a:t>
            </a:r>
          </a:p>
          <a:p>
            <a:r>
              <a:t>5.你比較喜歡買書還是借書? ¿Prefieres comprar o pedir prestados los libros?</a:t>
            </a:r>
          </a:p>
          <a:p>
            <a:r>
              <a:t>6.你喜歡紙本書還是電子書? 為什麼? ¿Prefieres libros impresos o electrónicos? ¿Por qué?</a:t>
            </a:r>
          </a:p>
          <a:p>
            <a:r>
              <a:t>7.在你的國家，書店晚上開到幾點? En tu país, ¿hasta qué hora abren las librerías?</a:t>
            </a:r>
          </a:p>
          <a:p>
            <a:r>
              <a:t>8.在你的國家，商店幾點關門? En tu país, ¿a qué hora cierran las tiendas?</a:t>
            </a:r>
          </a:p>
          <a:p>
            <a:r>
              <a:t>9.如果店快要關門了，你會怎麼辦? Si la tienda está por cerrar, ¿qué haces?</a:t>
            </a:r>
          </a:p>
          <a:p>
            <a:r>
              <a:t>10.如果你有很多時間，你想在書店做什麼? Si tuvieras mucho tiempo, ¿qué harías en una librería?</a:t>
            </a:r>
          </a:p>
          <a:p/>
          <a:p>
            <a:r>
              <a:t>1.Do you like going to bookstores?</a:t>
            </a:r>
          </a:p>
          <a:p>
            <a:r>
              <a:t>2.What books do you often read?</a:t>
            </a:r>
          </a:p>
          <a:p>
            <a:r>
              <a:t>3.When was the last time you read a book?</a:t>
            </a:r>
          </a:p>
          <a:p>
            <a:r>
              <a:t>4.When you read, does time pass quickly?</a:t>
            </a:r>
          </a:p>
          <a:p>
            <a:r>
              <a:t>5.Do you prefer buying or borrowing books?</a:t>
            </a:r>
          </a:p>
          <a:p>
            <a:r>
              <a:t>6.Do you prefer paper books or e-books? Why?</a:t>
            </a:r>
          </a:p>
          <a:p>
            <a:r>
              <a:t>7.In your country, how late are bookstores open?</a:t>
            </a:r>
          </a:p>
          <a:p>
            <a:r>
              <a:t>8.In your country, what time do shops close?</a:t>
            </a:r>
          </a:p>
          <a:p>
            <a:r>
              <a:t>9.If a shop is about to close, what do you do?</a:t>
            </a:r>
          </a:p>
          <a:p>
            <a:r>
              <a:t>10.If you had lots of time, what would you do in a bookstore?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書店：librería / bookstore  //  看書：leer / read (a book)  //  看著看著：mientras miraba / keep looking, before I knew it</a:t>
            </a:r>
          </a:p>
          <a:p>
            <a:r>
              <a:t>天色：luz del cielo / sky, daylight  //  變暗：oscurecer / get dark  //  店員：empleado(a) de tienda / store clerk</a:t>
            </a:r>
          </a:p>
          <a:p>
            <a:r>
              <a:t>幾點：¿a qué hora? / what time  //  關門：cerrar (la tienda) / close (a shop)  //  剩：quedar / be left</a:t>
            </a:r>
          </a:p>
          <a:p>
            <a:r>
              <a:t>嚇了一跳：asustarse / be startled  //  趕快：rápido / hurry up  //  結帳：pagar la cuenta / check out, pay</a:t>
            </a:r>
          </a:p>
          <a:p>
            <a:r>
              <a:t>本：(clasificador de libros) / measure word for books</a:t>
            </a:r>
          </a:p>
          <a:p/>
          <a:p>
            <a:r>
              <a:t>問答：我在哪裡看書? // 天色後來怎麼了? // 我問店員什麼? // 書店幾點關門? // 還剩多久? // 我嚇了一跳以後，趕快做什麼? // 最後我買了什麼?</a:t>
            </a:r>
          </a:p>
          <a:p>
            <a:r>
              <a:t>補充：請問…（請問幾點關門？請問洗手間在哪裡？；pregunta cortés） // 剩（剩十分鐘、剩一個、剩一點點） // 量詞「本」：一本書、兩本書、三本雜誌</a:t>
            </a:r>
          </a:p>
          <a:p/>
          <a:p>
            <a:r>
              <a:t>西班牙文：Estaba leyendo en una librería. Mientras leía, se fue oscureciendo. Le pregunté a la empleada: «¿A qué hora cierran?». Me dijo: «A las nueve, faltan diez minutos». Me asusté y fui rápido a pagar. Al final compré dos libros.</a:t>
            </a:r>
          </a:p>
          <a:p>
            <a:r>
              <a:t>英文：I was reading in a bookstore. Before I knew it, it was getting dark. I asked the clerk, "What time do you close?" She said, "Nine o'clock, ten minutes left." I was startled and hurried to pay. In the end I bought two 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1.你喜歡去書店嗎? ¿Te gusta ir a las librerías?</a:t>
            </a:r>
          </a:p>
          <a:p>
            <a:r>
              <a:t>2.你常常看什麼書? ¿Qué libros lees con frecuencia?</a:t>
            </a:r>
          </a:p>
          <a:p>
            <a:r>
              <a:t>3.你最近一次看書是什麼時候? ¿Cuándo fue la última vez que leíste un libro?</a:t>
            </a:r>
          </a:p>
          <a:p>
            <a:r>
              <a:t>4.你看書的時候，時間會過得很快嗎? Cuando lees, ¿el tiempo pasa rápido?</a:t>
            </a:r>
          </a:p>
          <a:p>
            <a:r>
              <a:t>5.你比較喜歡買書還是借書? ¿Prefieres comprar o pedir prestados los libros?</a:t>
            </a:r>
          </a:p>
          <a:p>
            <a:r>
              <a:t>6.你喜歡紙本書還是電子書? 為什麼? ¿Prefieres libros impresos o electrónicos? ¿Por qué?</a:t>
            </a:r>
          </a:p>
          <a:p>
            <a:r>
              <a:t>7.在你的國家，書店晚上開到幾點? En tu país, ¿hasta qué hora abren las librerías?</a:t>
            </a:r>
          </a:p>
          <a:p>
            <a:r>
              <a:t>8.在你的國家，商店幾點關門? En tu país, ¿a qué hora cierran las tiendas?</a:t>
            </a:r>
          </a:p>
          <a:p>
            <a:r>
              <a:t>9.如果店快要關門了，你會怎麼辦? Si la tienda está por cerrar, ¿qué haces?</a:t>
            </a:r>
          </a:p>
          <a:p>
            <a:r>
              <a:t>10.如果你有很多時間，你想在書店做什麼? Si tuvieras mucho tiempo, ¿qué harías en una librería?</a:t>
            </a:r>
          </a:p>
          <a:p/>
          <a:p>
            <a:r>
              <a:t>1.Do you like going to bookstores?</a:t>
            </a:r>
          </a:p>
          <a:p>
            <a:r>
              <a:t>2.What books do you often read?</a:t>
            </a:r>
          </a:p>
          <a:p>
            <a:r>
              <a:t>3.When was the last time you read a book?</a:t>
            </a:r>
          </a:p>
          <a:p>
            <a:r>
              <a:t>4.When you read, does time pass quickly?</a:t>
            </a:r>
          </a:p>
          <a:p>
            <a:r>
              <a:t>5.Do you prefer buying or borrowing books?</a:t>
            </a:r>
          </a:p>
          <a:p>
            <a:r>
              <a:t>6.Do you prefer paper books or e-books? Why?</a:t>
            </a:r>
          </a:p>
          <a:p>
            <a:r>
              <a:t>7.In your country, how late are bookstores open?</a:t>
            </a:r>
          </a:p>
          <a:p>
            <a:r>
              <a:t>8.In your country, what time do shops close?</a:t>
            </a:r>
          </a:p>
          <a:p>
            <a:r>
              <a:t>9.If a shop is about to close, what do you do?</a:t>
            </a:r>
          </a:p>
          <a:p>
            <a:r>
              <a:t>10.If you had lots of time, what would you do in a bookstore?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我在一家書店看書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看著看著，天色變暗了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我問店員：「幾點關門？」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他說：「九點，剩十分鐘」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我嚇了一跳，趕快去結帳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最後我買了兩本書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我在一家书店看书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看着看着，天色变暗了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我问店员：「几点关门？」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他说：「九点，剩十分钟」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我吓了一跳，赶快去结账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最后我买了两本书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