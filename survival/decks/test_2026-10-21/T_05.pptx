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1005" r:id="rId2"/>
    <p:sldId id="1130" r:id="rId12"/>
    <p:sldId id="1132" r:id="rId13"/>
    <p:sldId id="1133" r:id="rId14"/>
    <p:sldId id="1134" r:id="rId15"/>
    <p:sldId id="1131" r:id="rId16"/>
    <p:sldId id="1139" r:id="rId30"/>
    <p:sldId id="1102" r:id="rId18"/>
    <p:sldId id="1135" r:id="rId26"/>
    <p:sldId id="1117" r:id="rId19"/>
    <p:sldId id="1138" r:id="rId29"/>
    <p:sldId id="1137" r:id="rId28"/>
    <p:sldId id="1136" r:id="rId27"/>
    <p:sldId id="1007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78167" autoAdjust="0"/>
  </p:normalViewPr>
  <p:slideViewPr>
    <p:cSldViewPr>
      <p:cViewPr varScale="1">
        <p:scale>
          <a:sx n="56" d="100"/>
          <a:sy n="56" d="100"/>
        </p:scale>
        <p:origin x="104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8" Type="http://schemas.openxmlformats.org/officeDocument/2006/relationships/slide" Target="slides/slide8.xml"/><Relationship Id="rId19" Type="http://schemas.openxmlformats.org/officeDocument/2006/relationships/slide" Target="slides/slide10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9.xml"/><Relationship Id="rId27" Type="http://schemas.openxmlformats.org/officeDocument/2006/relationships/slide" Target="slides/slide13.xml"/><Relationship Id="rId28" Type="http://schemas.openxmlformats.org/officeDocument/2006/relationships/slide" Target="slides/slide12.xml"/><Relationship Id="rId29" Type="http://schemas.openxmlformats.org/officeDocument/2006/relationships/slide" Target="slides/slide11.xml"/><Relationship Id="rId3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51B26-2130-410B-AFF9-6349CBB740F7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ACFC3-D488-4052-830D-8EB56C5689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52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E863-3822-E188-34A6-C6138F61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5455988-2CD8-88A7-E69D-5DEC52487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914B30-482E-9F4A-89E4-5B696ECAC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接下來要學在地震、颱風和緊急避難（警報、停班停課、停電、避難所、求助）可以用到的句子，有問題就要直接問，如果有你想到的其它的狀況也要問你，之後要靠這個生存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C09EC1-5E9B-93CA-F226-F97BE26F2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000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管理員，大樓有淹水嗎？ Administrador, ¿se inundó el edificio?</a:t>
            </a:r>
          </a:p>
          <a:p>
            <a:r>
              <a:t>- 現在可以出去嗎？ ¿Se puede salir ahora?</a:t>
            </a:r>
          </a:p>
          <a:p>
            <a:r>
              <a:t>- 哪裡可以拿到手電筒？ ¿Dónde puedo conseguir una linterna?</a:t>
            </a:r>
          </a:p>
          <a:p>
            <a:r>
              <a:t>- 電什麼時候會來？ ¿Cuándo vuelve la luz?</a:t>
            </a:r>
          </a:p>
          <a:p/>
          <a:p>
            <a:r>
              <a:t>管理員：administrador / building manager</a:t>
            </a:r>
          </a:p>
          <a:p>
            <a:r>
              <a:t>大樓：edificio / building</a:t>
            </a:r>
          </a:p>
          <a:p>
            <a:r>
              <a:t>現在：ahora / now</a:t>
            </a:r>
          </a:p>
          <a:p>
            <a:r>
              <a:t>出去：salir / go out</a:t>
            </a:r>
          </a:p>
          <a:p>
            <a:r>
              <a:t>等：esperar / wait</a:t>
            </a:r>
          </a:p>
          <a:p>
            <a:r>
              <a:t>通知：aviso / notice</a:t>
            </a:r>
          </a:p>
          <a:p/>
          <a:p>
            <a:r>
              <a:t>- 管理員，大樓有淹水嗎？ Manager, is the building flooded?</a:t>
            </a:r>
          </a:p>
          <a:p>
            <a:r>
              <a:t>- 現在可以出去嗎？ Can I go out now?</a:t>
            </a:r>
          </a:p>
          <a:p>
            <a:r>
              <a:t>- 哪裡可以拿到手電筒？ Where can I get a flashlight?</a:t>
            </a:r>
          </a:p>
          <a:p>
            <a:r>
              <a:t>- 電什麼時候會來？ When will the power come back?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C481-B48B-49AF-9558-DE13EE53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FC8B319-BDA0-0C5F-4684-688D774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FCE9345-6DB9-6630-A32C-C6C7E27C7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地震了！快躲到桌子下面！ ¡Temblor! ¡Escóndase bajo la mesa!</a:t>
            </a:r>
          </a:p>
          <a:p>
            <a:r>
              <a:t>- 手機收到地震警報了。 El celular recibió una alerta de sismo.</a:t>
            </a:r>
          </a:p>
          <a:p>
            <a:r>
              <a:t>- 不要搭電梯，走樓梯。 No use el ascensor, use las escaleras.</a:t>
            </a:r>
          </a:p>
          <a:p>
            <a:r>
              <a:t>- 地震停了，我們可以出去嗎？ Ya paró el temblor, ¿podemos salir?</a:t>
            </a:r>
          </a:p>
          <a:p/>
          <a:p>
            <a:r>
              <a:t>地震：terremoto / earthquake</a:t>
            </a:r>
          </a:p>
          <a:p>
            <a:r>
              <a:t>警報：alerta / alert</a:t>
            </a:r>
          </a:p>
          <a:p>
            <a:r>
              <a:t>躲：esconderse / take cover</a:t>
            </a:r>
          </a:p>
          <a:p>
            <a:r>
              <a:t>桌子：mesa / table</a:t>
            </a:r>
          </a:p>
          <a:p>
            <a:r>
              <a:t>樓梯：escaleras / stairs</a:t>
            </a:r>
          </a:p>
          <a:p>
            <a:r>
              <a:t>電梯：ascensor / elevator</a:t>
            </a:r>
          </a:p>
          <a:p>
            <a:r>
              <a:t>安全：seguro / safe</a:t>
            </a:r>
          </a:p>
          <a:p/>
          <a:p>
            <a:r>
              <a:t>- 地震了！快躲到桌子下面！ Earthquake! Get under the table!</a:t>
            </a:r>
          </a:p>
          <a:p>
            <a:r>
              <a:t>- 手機收到地震警報了。 My phone got an earthquake alert.</a:t>
            </a:r>
          </a:p>
          <a:p>
            <a:r>
              <a:t>- 不要搭電梯，走樓梯。 Don't take the elevator, use the stairs.</a:t>
            </a:r>
          </a:p>
          <a:p>
            <a:r>
              <a:t>- 地震停了，我們可以出去嗎？ The quake has stopped. Can we go out?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40C71E-61C0-D577-5299-AE1F9B6BB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61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8830-46E0-472E-6994-1B48B7BD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D3F1D0-EDA9-C887-9ACA-2E11041B8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C26030B-21D7-35E7-87D4-F6CE414C2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颱風要來了嗎？ ¿Viene un tifón?</a:t>
            </a:r>
          </a:p>
          <a:p>
            <a:r>
              <a:t>- 明天要上班嗎？ ¿Mañana hay que ir a trabajar?</a:t>
            </a:r>
          </a:p>
          <a:p>
            <a:r>
              <a:t>- 學校明天停課嗎？ ¿Mañana no hay clases?</a:t>
            </a:r>
          </a:p>
          <a:p>
            <a:r>
              <a:t>- 今天還有車嗎？ ¿Todavía hay transporte hoy?</a:t>
            </a:r>
          </a:p>
          <a:p/>
          <a:p>
            <a:r>
              <a:t>颱風：tifón / typhoon</a:t>
            </a:r>
          </a:p>
          <a:p>
            <a:r>
              <a:t>停班：suspensión de trabajo / work suspension</a:t>
            </a:r>
          </a:p>
          <a:p>
            <a:r>
              <a:t>停課：suspensión de clases / class suspension</a:t>
            </a:r>
          </a:p>
          <a:p>
            <a:r>
              <a:t>放假：día libre / day off</a:t>
            </a:r>
          </a:p>
          <a:p>
            <a:r>
              <a:t>新聞：noticias / news</a:t>
            </a:r>
          </a:p>
          <a:p>
            <a:r>
              <a:t>風雨：viento y lluvia / wind and rain</a:t>
            </a:r>
          </a:p>
          <a:p/>
          <a:p>
            <a:r>
              <a:t>- 颱風要來了嗎？ Is a typhoon coming?</a:t>
            </a:r>
          </a:p>
          <a:p>
            <a:r>
              <a:t>- 明天要上班嗎？ Do I have to work tomorrow?</a:t>
            </a:r>
          </a:p>
          <a:p>
            <a:r>
              <a:t>- 學校明天停課嗎？ Are classes canceled tomorrow?</a:t>
            </a:r>
          </a:p>
          <a:p>
            <a:r>
              <a:t>- 今天還有車嗎？ Is there still transport today?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2C1156-0FC7-52C7-934B-24AEF1AFD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825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DA69-4371-5762-2B43-6A736FFE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8EC0F3D-507F-BCFD-3E25-BB9F21474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C285A7-2473-8AC0-0CC3-2BDF8D83E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停電了，怎麼辦？ Se fue la luz, ¿qué hago?</a:t>
            </a:r>
          </a:p>
          <a:p>
            <a:r>
              <a:t>- 外面淹水了。 Afuera está inundado.</a:t>
            </a:r>
          </a:p>
          <a:p>
            <a:r>
              <a:t>- 請問有手電筒嗎？ ¿Tiene una linterna?</a:t>
            </a:r>
          </a:p>
          <a:p>
            <a:r>
              <a:t>- 水還可以喝嗎？ ¿Todavía se puede beber el agua?</a:t>
            </a:r>
          </a:p>
          <a:p/>
          <a:p>
            <a:r>
              <a:t>停電：apagón / power outage</a:t>
            </a:r>
          </a:p>
          <a:p>
            <a:r>
              <a:t>淹水：inundación / flood</a:t>
            </a:r>
          </a:p>
          <a:p>
            <a:r>
              <a:t>手電筒：linterna / flashlight</a:t>
            </a:r>
          </a:p>
          <a:p>
            <a:r>
              <a:t>蠟燭：vela / candle</a:t>
            </a:r>
          </a:p>
          <a:p>
            <a:r>
              <a:t>停水：corte de agua / water outage</a:t>
            </a:r>
          </a:p>
          <a:p>
            <a:r>
              <a:t>小心：tener cuidado / be careful</a:t>
            </a:r>
          </a:p>
          <a:p/>
          <a:p>
            <a:r>
              <a:t>- 停電了，怎麼辦？ The power is out. What should I do?</a:t>
            </a:r>
          </a:p>
          <a:p>
            <a:r>
              <a:t>- 外面淹水了。 It's flooded outside.</a:t>
            </a:r>
          </a:p>
          <a:p>
            <a:r>
              <a:t>- 請問有手電筒嗎？ Do you have a flashlight?</a:t>
            </a:r>
          </a:p>
          <a:p>
            <a:r>
              <a:t>- 水還可以喝嗎？ Is the water still safe to drink?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B6B09C-D889-6C1C-B198-AC244133D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384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CEF8-7297-28B1-F347-F0F2CDD5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C8E1B2-1720-2CA3-DCE1-44A7C1E79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8BE216-B7BB-DD13-5FE6-514DC2BF0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最近的避難所在哪裡？ ¿Dónde está el refugio más cercano?</a:t>
            </a:r>
          </a:p>
          <a:p>
            <a:r>
              <a:t>- 避難所有水和食物嗎？ ¿Hay agua y comida en el refugio?</a:t>
            </a:r>
          </a:p>
          <a:p>
            <a:r>
              <a:t>- 我可以帶行李進去嗎？ ¿Puedo entrar con mi equipaje?</a:t>
            </a:r>
          </a:p>
          <a:p>
            <a:r>
              <a:t>- 我需要毛毯。 Necesito una manta.</a:t>
            </a:r>
          </a:p>
          <a:p/>
          <a:p>
            <a:r>
              <a:t>避難所：refugio / shelter</a:t>
            </a:r>
          </a:p>
          <a:p>
            <a:r>
              <a:t>物資：suministros / supplies</a:t>
            </a:r>
          </a:p>
          <a:p>
            <a:r>
              <a:t>食物：comida / food</a:t>
            </a:r>
          </a:p>
          <a:p>
            <a:r>
              <a:t>飲用水：agua potable / drinking water</a:t>
            </a:r>
          </a:p>
          <a:p>
            <a:r>
              <a:t>毛毯：manta / blanket</a:t>
            </a:r>
          </a:p>
          <a:p>
            <a:r>
              <a:t>登記：registrarse / register</a:t>
            </a:r>
          </a:p>
          <a:p/>
          <a:p>
            <a:r>
              <a:t>- 最近的避難所在哪裡？ Where is the nearest shelter?</a:t>
            </a:r>
          </a:p>
          <a:p>
            <a:r>
              <a:t>- 避難所有水和食物嗎？ Is there water and food at the shelter?</a:t>
            </a:r>
          </a:p>
          <a:p>
            <a:r>
              <a:t>- 我可以帶行李進去嗎？ Can I bring my luggage in?</a:t>
            </a:r>
          </a:p>
          <a:p>
            <a:r>
              <a:t>- 我需要毛毯。 I need a blanket.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75A0DD-459A-E9A1-F5DC-DD63A9991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377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735A-DAB9-A5A2-691A-2CB8714F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C0F47FF-2089-AD6D-8C30-1B404A4C5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DBFB97-9389-D7C4-4123-185CCF2D7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請幫我打一一九。 Por favor, llame al 119.</a:t>
            </a:r>
          </a:p>
          <a:p>
            <a:r>
              <a:t>- 我需要幫助！ ¡Necesito ayuda!</a:t>
            </a:r>
          </a:p>
          <a:p>
            <a:r>
              <a:t>- 我在這個地址，請快來。 Estoy en esta dirección, vengan rápido.</a:t>
            </a:r>
          </a:p>
          <a:p>
            <a:r>
              <a:t>- 我是外國人，不太會說中文。 Soy extranjero y hablo poco chino.</a:t>
            </a:r>
          </a:p>
          <a:p/>
          <a:p>
            <a:r>
              <a:t>求助：pedir ayuda / ask for help</a:t>
            </a:r>
          </a:p>
          <a:p>
            <a:r>
              <a:t>一一九：119 (ambulancia) / 119 (ambulance)</a:t>
            </a:r>
          </a:p>
          <a:p>
            <a:r>
              <a:t>一一零：110 (policía) / 110 (police)</a:t>
            </a:r>
          </a:p>
          <a:p>
            <a:r>
              <a:t>地址：dirección / address</a:t>
            </a:r>
          </a:p>
          <a:p>
            <a:r>
              <a:t>外國人：extranjero / foreigner</a:t>
            </a:r>
          </a:p>
          <a:p>
            <a:r>
              <a:t>快：rápido / quickly</a:t>
            </a:r>
          </a:p>
          <a:p>
            <a:r>
              <a:t>受傷：herido / injured</a:t>
            </a:r>
          </a:p>
          <a:p/>
          <a:p>
            <a:r>
              <a:t>- 請幫我打一一九。 Please call 119.</a:t>
            </a:r>
          </a:p>
          <a:p>
            <a:r>
              <a:t>- 我需要幫助！ I need help!</a:t>
            </a:r>
          </a:p>
          <a:p>
            <a:r>
              <a:t>- 我在這個地址，請快來。 I am at this address, please come quickly.</a:t>
            </a:r>
          </a:p>
          <a:p>
            <a:r>
              <a:t>- 我是外國人，不太會說中文。 I'm a foreigner and don't speak much Chinese.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F3B2C2-1125-E094-4EA6-9D2CA8030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035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2E0D-4B0F-E6E2-50FA-FA67560F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11C4A38-C9DA-8F5C-5F92-2BE5B1BC4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CBB7AF-3D8D-EDAB-9A79-9C77C0CD6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地震：terremoto / earthquake  ///  躲：esconderse / take cover  ///  桌子：mesa / table</a:t>
            </a:r>
          </a:p>
          <a:p>
            <a:r>
              <a:t>警報：alerta / alert  ///  電梯：ascensor / elevator  ///  樓梯：escaleras / stairs</a:t>
            </a:r>
          </a:p>
          <a:p>
            <a:r>
              <a:t>安全：seguro / safe</a:t>
            </a:r>
          </a:p>
          <a:p/>
          <a:p>
            <a:r>
              <a:t>旅客：地震了！快躲到桌子下面！</a:t>
            </a:r>
          </a:p>
          <a:p>
            <a:r>
              <a:t>朋友：手機收到警報了。</a:t>
            </a:r>
          </a:p>
          <a:p>
            <a:r>
              <a:t>旅客：不要搭電梯。</a:t>
            </a:r>
          </a:p>
          <a:p>
            <a:r>
              <a:t>朋友：好，我們走樓梯。</a:t>
            </a:r>
          </a:p>
          <a:p>
            <a:r>
              <a:t>旅客：外面安全嗎？</a:t>
            </a:r>
          </a:p>
          <a:p>
            <a:r>
              <a:t>朋友：先等一下，不要出去。</a:t>
            </a:r>
          </a:p>
          <a:p/>
          <a:p>
            <a:r>
              <a:t>Viajero: ¡Temblor! ¡Escóndase bajo la mesa!</a:t>
            </a:r>
          </a:p>
          <a:p>
            <a:r>
              <a:t>Amigo: El celular recibió una alerta.</a:t>
            </a:r>
          </a:p>
          <a:p>
            <a:r>
              <a:t>Viajero: No use el ascensor.</a:t>
            </a:r>
          </a:p>
          <a:p>
            <a:r>
              <a:t>Amigo: Bien, vamos por las escaleras.</a:t>
            </a:r>
          </a:p>
          <a:p>
            <a:r>
              <a:t>Viajero: ¿Está seguro afuera?</a:t>
            </a:r>
          </a:p>
          <a:p>
            <a:r>
              <a:t>Amigo: Espere un momento, no salga.</a:t>
            </a:r>
          </a:p>
          <a:p/>
          <a:p>
            <a:r>
              <a:t>Traveler: Earthquake! Get under the table!</a:t>
            </a:r>
          </a:p>
          <a:p>
            <a:r>
              <a:t>Friend: My phone got an alert.</a:t>
            </a:r>
          </a:p>
          <a:p>
            <a:r>
              <a:t>Traveler: Do not take the elevator.</a:t>
            </a:r>
          </a:p>
          <a:p>
            <a:r>
              <a:t>Friend: OK, we take the stairs.</a:t>
            </a:r>
          </a:p>
          <a:p>
            <a:r>
              <a:t>Traveler: Is it safe outside?</a:t>
            </a:r>
          </a:p>
          <a:p>
            <a:r>
              <a:t>Friend: Wait a moment, do not go out.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D396BC-98F4-9A9B-B680-030DA8746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018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91F5-B7C9-4EAB-8E94-307A4A38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F8D44C-6C05-9742-7C12-C4D07321E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EAA4116-C8AB-C1C6-E4E6-E1306EE97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正確順序（填數字）：1 → 6 → 2 → 3 → 5 → 4</a:t>
            </a:r>
          </a:p>
          <a:p/>
          <a:p>
            <a:r>
              <a:t>旅客：新聞說颱風要來了。</a:t>
            </a:r>
          </a:p>
          <a:p>
            <a:r>
              <a:t>朋友：真的嗎？明天要上班嗎？</a:t>
            </a:r>
          </a:p>
          <a:p>
            <a:r>
              <a:t>旅客：我看看新聞。</a:t>
            </a:r>
          </a:p>
          <a:p>
            <a:r>
              <a:t>旅客：明天停班停課。</a:t>
            </a:r>
          </a:p>
          <a:p>
            <a:r>
              <a:t>朋友：太好了，明天放假！</a:t>
            </a:r>
          </a:p>
          <a:p>
            <a:r>
              <a:t>旅客：但是我們要買水和食物。</a:t>
            </a:r>
          </a:p>
          <a:p/>
          <a:p>
            <a:r>
              <a:t>Viajero: Dicen en las noticias que viene un tifón.</a:t>
            </a:r>
          </a:p>
          <a:p>
            <a:r>
              <a:t>Amigo: ¿De verdad? ¿Mañana hay que trabajar?</a:t>
            </a:r>
          </a:p>
          <a:p>
            <a:r>
              <a:t>Viajero: Déjame ver las noticias.</a:t>
            </a:r>
          </a:p>
          <a:p>
            <a:r>
              <a:t>Viajero: Mañana suspenden trabajo y clases.</a:t>
            </a:r>
          </a:p>
          <a:p>
            <a:r>
              <a:t>Amigo: ¡Qué bien, mañana es día libre!</a:t>
            </a:r>
          </a:p>
          <a:p>
            <a:r>
              <a:t>Viajero: Pero tenemos que comprar agua y comida.</a:t>
            </a:r>
          </a:p>
          <a:p/>
          <a:p>
            <a:r>
              <a:t>Traveler: The news says a typhoon is coming.</a:t>
            </a:r>
          </a:p>
          <a:p>
            <a:r>
              <a:t>Friend: Really? Do we work tomorrow?</a:t>
            </a:r>
          </a:p>
          <a:p>
            <a:r>
              <a:t>Traveler: Let me check the news.</a:t>
            </a:r>
          </a:p>
          <a:p>
            <a:r>
              <a:t>Traveler: Work and classes are canceled tomorrow.</a:t>
            </a:r>
          </a:p>
          <a:p>
            <a:r>
              <a:t>Friend: Great, a day off tomorrow!</a:t>
            </a:r>
          </a:p>
          <a:p>
            <a:r>
              <a:t>Traveler: But we need to buy water and food.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BA323B-1DB6-3096-060E-4F15D9909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45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1C1D-85BC-90D4-29B4-0E71FC1F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CD83BA7-F727-B5A7-684F-4946E6435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092D9A6-F4C1-5CD7-B567-BD05AA4CA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角色扮演提示：避難所 / 停電 / 求助</a:t>
            </a:r>
          </a:p>
          <a:p>
            <a:r>
              <a:t>地震的時候怎麼辦？ ¿Qué hago durante un temblor?</a:t>
            </a:r>
          </a:p>
          <a:p>
            <a:r>
              <a:t>你有手電筒嗎？ ¿Tienes linterna?</a:t>
            </a:r>
          </a:p>
          <a:p>
            <a:r>
              <a:t>一一九是什麼？ ¿Qué es el 119?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1E3B6D-FF5F-5683-1D2A-EC9D59E6E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892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停電：apagón / power outage  ///  淹水：inundación / flood  ///  手電筒：linterna / flashlight</a:t>
            </a:r>
          </a:p>
          <a:p>
            <a:r>
              <a:t>避難所：refugio / shelter  ///  登記：registrarse / register</a:t>
            </a:r>
          </a:p>
          <a:p/>
          <a:p>
            <a:r>
              <a:t>旅客：管理員，大樓停電了嗎？</a:t>
            </a:r>
          </a:p>
          <a:p>
            <a:r>
              <a:t>管理員：對，外面也淹水了。</a:t>
            </a:r>
          </a:p>
          <a:p>
            <a:r>
              <a:t>旅客：請問有手電筒嗎？</a:t>
            </a:r>
          </a:p>
          <a:p>
            <a:r>
              <a:t>管理員：有，我拿給你。</a:t>
            </a:r>
          </a:p>
          <a:p>
            <a:r>
              <a:t>旅客：最近的避難所在哪裡？</a:t>
            </a:r>
          </a:p>
          <a:p>
            <a:r>
              <a:t>管理員：在學校，要先登記。</a:t>
            </a:r>
          </a:p>
          <a:p/>
          <a:p>
            <a:r>
              <a:t>Viajero: Administrador, ¿se fue la luz en el edificio?</a:t>
            </a:r>
          </a:p>
          <a:p>
            <a:r>
              <a:t>Administrador: Sí, y afuera también hay inundación.</a:t>
            </a:r>
          </a:p>
          <a:p>
            <a:r>
              <a:t>Viajero: ¿Tiene una linterna?</a:t>
            </a:r>
          </a:p>
          <a:p>
            <a:r>
              <a:t>Administrador: Sí, se la traigo.</a:t>
            </a:r>
          </a:p>
          <a:p>
            <a:r>
              <a:t>Viajero: ¿Dónde está el refugio más cercano?</a:t>
            </a:r>
          </a:p>
          <a:p>
            <a:r>
              <a:t>Administrador: En la escuela; hay que registrarse primero.</a:t>
            </a:r>
          </a:p>
          <a:p/>
          <a:p>
            <a:r>
              <a:t>Traveler: Manager, is the power out in the building?</a:t>
            </a:r>
          </a:p>
          <a:p>
            <a:r>
              <a:t>Manager: Yes, and it is flooded outside too.</a:t>
            </a:r>
          </a:p>
          <a:p>
            <a:r>
              <a:t>Traveler: Do you have a flashlight?</a:t>
            </a:r>
          </a:p>
          <a:p>
            <a:r>
              <a:t>Manager: Yes, I will bring it to you.</a:t>
            </a:r>
          </a:p>
          <a:p>
            <a:r>
              <a:t>Traveler: Where is the nearest shelter?</a:t>
            </a:r>
          </a:p>
          <a:p>
            <a:r>
              <a:t>Manager: At the school; you have to register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正確順序（填數字）：5 → 3 → 1 → 4 → 6 → 2</a:t>
            </a:r>
          </a:p>
          <a:p/>
          <a:p>
            <a:r>
              <a:t>旅客：請問最近的避難所在哪裡？</a:t>
            </a:r>
          </a:p>
          <a:p>
            <a:r>
              <a:t>管理員：在前面的學校。</a:t>
            </a:r>
          </a:p>
          <a:p>
            <a:r>
              <a:t>旅客：避難所有水和食物嗎？</a:t>
            </a:r>
          </a:p>
          <a:p>
            <a:r>
              <a:t>管理員：有，也有毛毯。</a:t>
            </a:r>
          </a:p>
          <a:p>
            <a:r>
              <a:t>旅客：我可以帶行李進去嗎？</a:t>
            </a:r>
          </a:p>
          <a:p>
            <a:r>
              <a:t>管理員：可以，請先登記。</a:t>
            </a:r>
          </a:p>
          <a:p/>
          <a:p>
            <a:r>
              <a:t>Viajero: ¿Dónde está el refugio más cercano?</a:t>
            </a:r>
          </a:p>
          <a:p>
            <a:r>
              <a:t>Administrador: En la escuela de enfrente.</a:t>
            </a:r>
          </a:p>
          <a:p>
            <a:r>
              <a:t>Viajero: ¿Hay agua y comida en el refugio?</a:t>
            </a:r>
          </a:p>
          <a:p>
            <a:r>
              <a:t>Administrador: Sí, y también mantas.</a:t>
            </a:r>
          </a:p>
          <a:p>
            <a:r>
              <a:t>Viajero: ¿Puedo entrar con mi equipaje?</a:t>
            </a:r>
          </a:p>
          <a:p>
            <a:r>
              <a:t>Administrador: Sí, regístrese primero.</a:t>
            </a:r>
          </a:p>
          <a:p/>
          <a:p>
            <a:r>
              <a:t>Traveler: Where is the nearest shelter?</a:t>
            </a:r>
          </a:p>
          <a:p>
            <a:r>
              <a:t>Manager: At the school in front.</a:t>
            </a:r>
          </a:p>
          <a:p>
            <a:r>
              <a:t>Traveler: Is there water and food at the shelter?</a:t>
            </a:r>
          </a:p>
          <a:p>
            <a:r>
              <a:t>Manager: Yes, and blankets too.</a:t>
            </a:r>
          </a:p>
          <a:p>
            <a:r>
              <a:t>Traveler: Can I bring my luggage in?</a:t>
            </a:r>
          </a:p>
          <a:p>
            <a:r>
              <a:t>Manager: Yes, register first, please.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正確順序（填數字）：4 → 3 → 6 → 2 → 8 → 7 → 1 → 5</a:t>
            </a:r>
          </a:p>
          <a:p/>
          <a:p>
            <a:r>
              <a:t>旅客：救命！我朋友受傷了！</a:t>
            </a:r>
          </a:p>
          <a:p>
            <a:r>
              <a:t>一一九：請問你在哪裡？</a:t>
            </a:r>
          </a:p>
          <a:p>
            <a:r>
              <a:t>旅客：我在中山路一號。</a:t>
            </a:r>
          </a:p>
          <a:p>
            <a:r>
              <a:t>一一九：他還有意識嗎？</a:t>
            </a:r>
          </a:p>
          <a:p>
            <a:r>
              <a:t>旅客：有，但是他的腳不能動。</a:t>
            </a:r>
          </a:p>
          <a:p>
            <a:r>
              <a:t>一一九：救護車馬上到。</a:t>
            </a:r>
          </a:p>
          <a:p>
            <a:r>
              <a:t>旅客：我是外國人，中文不太好。</a:t>
            </a:r>
          </a:p>
          <a:p>
            <a:r>
              <a:t>一一九：沒關係，請慢慢說。</a:t>
            </a:r>
          </a:p>
          <a:p/>
          <a:p>
            <a:r>
              <a:t>Viajero: ¡Auxilio! ¡Mi amigo está herido!</a:t>
            </a:r>
          </a:p>
          <a:p>
            <a:r>
              <a:t>119: ¿Dónde está usted?</a:t>
            </a:r>
          </a:p>
          <a:p>
            <a:r>
              <a:t>Viajero: Estoy en la calle Zhongshan número uno.</a:t>
            </a:r>
          </a:p>
          <a:p>
            <a:r>
              <a:t>119: ¿Todavía está consciente?</a:t>
            </a:r>
          </a:p>
          <a:p>
            <a:r>
              <a:t>Viajero: Sí, pero no puede mover la pierna.</a:t>
            </a:r>
          </a:p>
          <a:p>
            <a:r>
              <a:t>119: La ambulancia llega enseguida.</a:t>
            </a:r>
          </a:p>
          <a:p>
            <a:r>
              <a:t>Viajero: Soy extranjero y hablo poco chino.</a:t>
            </a:r>
          </a:p>
          <a:p>
            <a:r>
              <a:t>119: No importa, hable despacio.</a:t>
            </a:r>
          </a:p>
          <a:p/>
          <a:p>
            <a:r>
              <a:t>Traveler: Help! My friend is injured!</a:t>
            </a:r>
          </a:p>
          <a:p>
            <a:r>
              <a:t>119: Where are you?</a:t>
            </a:r>
          </a:p>
          <a:p>
            <a:r>
              <a:t>Traveler: I am at No. 1 Zhongshan Road.</a:t>
            </a:r>
          </a:p>
          <a:p>
            <a:r>
              <a:t>119: Is he still conscious?</a:t>
            </a:r>
          </a:p>
          <a:p>
            <a:r>
              <a:t>Traveler: Yes, but he cannot move his leg.</a:t>
            </a:r>
          </a:p>
          <a:p>
            <a:r>
              <a:t>119: The ambulance will be there right away.</a:t>
            </a:r>
          </a:p>
          <a:p>
            <a:r>
              <a:t>Traveler: I'm a foreigner and my Chinese is not good.</a:t>
            </a:r>
          </a:p>
          <a:p>
            <a:r>
              <a:t>119: No problem, please speak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80B68F-12C4-4572-87D8-E6E622548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6882F5-AAB7-49FF-9ABA-838462E04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4B99D-A51F-4EFC-AA00-08CE1813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B97DFB-E329-4F7F-BE10-239C93C7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48329-9BF7-457F-A130-8FC6F503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74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10088C-485F-42EF-8030-FAB03EDE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45A13D-823A-4811-B423-CE717B9FA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960075-53C3-468B-8C07-5972A004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D2AF9E-28E5-4A4B-AD70-B41367DD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E8152B-A8D6-442B-BC46-4C9E6FE7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74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B4A36-CFE7-4936-AACF-E5BF47029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C2CA58-680A-44F0-BB09-801C1CB23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4EDE07-6323-4114-AA2B-D4B8F87B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6F603B-C3B7-4921-A0BC-230179EF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9BA487-AD61-4121-AF00-5BA59615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267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3841ED-AC93-49BA-B5DC-A7F9105E0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08F0C5-D41A-41B6-BA13-DFB38933F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4C79E9-BE33-4F57-B652-70F39E878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B29FCD-713F-470F-9368-FA4891567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A0BCF2-BE85-4D1A-8E39-2F9EF879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D35EE1-0606-4378-9188-3789616E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080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AD922-A4A5-4CBE-9742-29EF16E4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2E76D1-F989-4D3E-B963-CEEC8556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E5CBB8-D90C-462C-97CA-3D94D95D4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AFF5289-7BF8-41C8-9B5A-A635430E2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8F20A36-B54E-4BC9-8EC3-DF9F16278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23D5F22-2172-41DA-A3A0-1B18937F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A8BEF55-C700-4C50-BD36-CAA18C5F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1DFD891-1391-4C7F-B737-A4BC5C7D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34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32301-1CCA-481F-AE4D-557B981B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EEB2B1-B881-47CA-ABD6-698B03C0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7F37B4C-B049-48D9-BF03-A11BE409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41792B-1FFB-4168-B98C-E206688E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01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7E8E902-CFD7-4A46-9C82-9140EDA3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27E0CB-8A5E-4B77-8E34-B5210B20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21A269-7B59-4290-A961-1AAD0680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65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B581A4-D35C-4C38-8046-0C96816C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22C02A-18D7-487C-A20E-B2CE46CE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12547E9-33D9-4D74-94F9-E8577816F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90CA51-29FD-4CAB-A358-1E97B27A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D68A19-DC5E-476A-ADDD-EEE4D808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9792A5-D6C6-42C0-88B5-B741D8A9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788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E1ECDC-C009-4B6D-BB83-FAAD4519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E44EE84-50C8-45E1-8E78-D187FF357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11EA73-72C8-4160-B959-0B8F4356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DED110-3341-46D5-9953-84F97C9B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E14FE7-AFA4-4160-975F-A1D7ACB0F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F0571B-7ECC-4128-B396-F594599F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27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86D4B2-A1A1-4648-9523-7BDC2C8D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CE9A16-B435-4B5D-B119-872F72509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034519-4A88-4E15-BED0-2860252B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199377-B691-4DBC-8CB9-AED86CD3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6E36CE-ACAC-4E74-8AA8-E005AF25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61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950E7EB-8631-4F40-8298-9F3665882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9E4D74-F947-48F0-815A-9FB1743FA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B69679-EA51-4C48-B0F1-0DB8B98B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69F74E-9273-47E1-B33F-A7E04EF4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1E08EE-758A-4B1C-AF00-1D583671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777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B4FE16E-A493-4AA2-B063-D815802E2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CEBE22-CDE3-4AC2-B295-CCF423F22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DCA366-607E-4525-A73E-59F439F43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B70584-D3B4-48AC-9081-C3BC0EE24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852FDA-A01E-43BB-B7EC-3D7DE828C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219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46689-9EF7-CDA4-7C12-CEA82748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3CEBB10-835E-6B4B-CEF3-A480DBDBE465}"/>
              </a:ext>
            </a:extLst>
          </p:cNvPr>
          <p:cNvSpPr txBox="1"/>
          <p:nvPr/>
        </p:nvSpPr>
        <p:spPr>
          <a:xfrm>
            <a:off x="203200" y="152400"/>
            <a:ext cx="158496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32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046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9C42-E8A3-4CB9-5596-E3C8381C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27C1910-22F4-E51F-1DAF-D8D83F905992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504D1A-4670-15B1-2329-0072B7E17C03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地震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terremoto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警报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alerta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躲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esconderse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桌子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mesa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楼梯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escaleras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电梯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ascensor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安全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seguro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例：旅客在飯店房間，手機跳出地震警報，他躲在桌子下</a:t>
            </a:r>
          </a:p>
        </p:txBody>
      </p:sp>
    </p:spTree>
    <p:extLst>
      <p:ext uri="{BB962C8B-B14F-4D97-AF65-F5344CB8AC3E}">
        <p14:creationId xmlns:p14="http://schemas.microsoft.com/office/powerpoint/2010/main" val="115957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0E35-8F19-F718-1AA9-4EF2FAA0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4F61F47-5B0C-E4C6-67C6-E8D27469E460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19AC89B-A9FB-7A0A-CBC5-195FA6A0EFF7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台风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tifón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停班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suspensión de trabajo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停课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suspensión de clases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放假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día libre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新闻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noticias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风雨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viento y lluvia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例：旅客看著電視新聞，主播宣布颱風假</a:t>
            </a:r>
          </a:p>
        </p:txBody>
      </p:sp>
    </p:spTree>
    <p:extLst>
      <p:ext uri="{BB962C8B-B14F-4D97-AF65-F5344CB8AC3E}">
        <p14:creationId xmlns:p14="http://schemas.microsoft.com/office/powerpoint/2010/main" val="743593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A9DC-A444-ABBE-9ACE-D32F7678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E7EB5E7-3673-BF95-8BC1-67A0DF7D69A1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4378376-3E69-D628-1F84-38CC7677DA22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停电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apagón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淹水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inundación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手电筒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linterna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蜡烛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vela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停水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corte de agua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小心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tener cuidado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例：旅客在黑暗的房間，用手電筒照亮窗外的積水</a:t>
            </a:r>
          </a:p>
        </p:txBody>
      </p:sp>
    </p:spTree>
    <p:extLst>
      <p:ext uri="{BB962C8B-B14F-4D97-AF65-F5344CB8AC3E}">
        <p14:creationId xmlns:p14="http://schemas.microsoft.com/office/powerpoint/2010/main" val="96519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B3121-1F65-4908-0D16-CF0AA2F1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C19E1CA-BF4D-12B6-8CFB-F0265A028420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834EC5-6CB4-F25C-D21F-0F0100739141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避难所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refugio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物资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suministros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食物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comida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饮用水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agua potable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毛毯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manta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登记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registrarse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例：旅客提著背包，走進體育館改成的避難所</a:t>
            </a:r>
          </a:p>
        </p:txBody>
      </p:sp>
    </p:spTree>
    <p:extLst>
      <p:ext uri="{BB962C8B-B14F-4D97-AF65-F5344CB8AC3E}">
        <p14:creationId xmlns:p14="http://schemas.microsoft.com/office/powerpoint/2010/main" val="226124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E0EE-F94B-C87E-6079-51D6E2A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80B5A8-6FF1-CCA5-A41B-3D69790D03DE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873663-93C2-3DAF-EABE-9738762283CC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求助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pedir ayuda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一一九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119 (ambulancia)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一一零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110 (policía)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地址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dirección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外国人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extranjero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快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rápido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受伤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herido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例：旅客拿著手機，用中文和一一九通話</a:t>
            </a:r>
          </a:p>
        </p:txBody>
      </p:sp>
    </p:spTree>
    <p:extLst>
      <p:ext uri="{BB962C8B-B14F-4D97-AF65-F5344CB8AC3E}">
        <p14:creationId xmlns:p14="http://schemas.microsoft.com/office/powerpoint/2010/main" val="190856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E0EE-F94B-C87E-6079-51D6E2A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80B5A8-6FF1-CCA5-A41B-3D69790D03DE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873663-93C2-3DAF-EABE-9738762283CC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管理员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administrador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大楼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edificio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现在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ahora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出去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salir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等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esperar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通知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aviso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例：旅客在大樓一樓，和管理員討論停電與淹水</a:t>
            </a:r>
          </a:p>
        </p:txBody>
      </p:sp>
    </p:spTree>
    <p:extLst>
      <p:ext uri="{BB962C8B-B14F-4D97-AF65-F5344CB8AC3E}">
        <p14:creationId xmlns:p14="http://schemas.microsoft.com/office/powerpoint/2010/main" val="1908560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2BE9-822E-59B8-B184-9663C0A6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FFF326D-31FE-6DAA-7EAC-1C3C848871AD}"/>
              </a:ext>
            </a:extLst>
          </p:cNvPr>
          <p:cNvSpPr txBox="1"/>
          <p:nvPr/>
        </p:nvSpPr>
        <p:spPr>
          <a:xfrm>
            <a:off x="127000" y="1981200"/>
            <a:ext cx="16002000" cy="705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了！快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到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下面！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朋友：手机收到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了。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旅客：不要搭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朋友：好，我们走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旅客：外面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朋友：先等一下，不要出去。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44F0EE-3A2E-E804-C414-7B6A81C88036}"/>
              </a:ext>
            </a:extLst>
          </p:cNvPr>
          <p:cNvSpPr txBox="1"/>
          <p:nvPr/>
        </p:nvSpPr>
        <p:spPr>
          <a:xfrm>
            <a:off x="126999" y="103150"/>
            <a:ext cx="1600200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躲  地震  桌子  楼梯  安全  电梯  警报</a:t>
            </a:r>
            <a:endParaRPr lang="zh-TW" altLang="en-US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386B6C-B744-337D-88CE-C423B57F4284}"/>
              </a:ext>
            </a:extLst>
          </p:cNvPr>
          <p:cNvSpPr txBox="1"/>
          <p:nvPr/>
        </p:nvSpPr>
        <p:spPr>
          <a:xfrm>
            <a:off x="12200000" y="6019801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798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2BE9-822E-59B8-B184-9663C0A6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FFF326D-31FE-6DAA-7EAC-1C3C848871AD}"/>
              </a:ext>
            </a:extLst>
          </p:cNvPr>
          <p:cNvSpPr txBox="1"/>
          <p:nvPr/>
        </p:nvSpPr>
        <p:spPr>
          <a:xfrm>
            <a:off x="127000" y="1981200"/>
            <a:ext cx="16002000" cy="705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旅客：管理员，大楼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了吗？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管理员：对，外面也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了。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旅客：请问有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管理员：有，我拿给你。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旅客：最近的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在哪里？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管理员：在学校，要先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44F0EE-3A2E-E804-C414-7B6A81C88036}"/>
              </a:ext>
            </a:extLst>
          </p:cNvPr>
          <p:cNvSpPr txBox="1"/>
          <p:nvPr/>
        </p:nvSpPr>
        <p:spPr>
          <a:xfrm>
            <a:off x="126999" y="103150"/>
            <a:ext cx="1600200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手电筒  停电  淹水  登记  避难所</a:t>
            </a:r>
            <a:endParaRPr lang="zh-TW" altLang="en-US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386B6C-B744-337D-88CE-C423B57F4284}"/>
              </a:ext>
            </a:extLst>
          </p:cNvPr>
          <p:cNvSpPr txBox="1"/>
          <p:nvPr/>
        </p:nvSpPr>
        <p:spPr>
          <a:xfrm>
            <a:off x="12200000" y="6019801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798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5.朋友：太好了，明天放假！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1.旅客：新闻说台风要来了。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4.旅客：但是我们要买水和食物。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3.旅客：明天停班停课。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2.旅客：我看看新闻。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6.朋友：真的吗？明天要上班吗？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650000"/>
            <a:ext cx="4648200" cy="24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5.旅客：请问最近的避难所在哪里？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1.旅客：避难所有水和食物吗？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4.管理员：有，也有毛毯。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3.管理员：在前面的学校。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2.管理员：可以，请先登记。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6.旅客：我可以带行李进去吗？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650000"/>
            <a:ext cx="4648200" cy="24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653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7.一一九：救护车马上到。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1.旅客：我是外国人，中文不太好。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546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6.旅客：我在中山路一号。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439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5.一一九：没关系，请慢慢说。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332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4.旅客：救命！我朋友受伤了！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760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8.旅客：有，但是他的脚不能动。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2200000" y="6002520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2.一一九：他还有意识吗？</a:t>
            </a: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225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3.一一九：请问你在哪里？</a:t>
            </a: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002520"/>
            <a:ext cx="46482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B86557-6F1F-BB9E-50AF-624180AD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F1C2D2D-8412-C612-D4D8-BF9AC6614875}"/>
              </a:ext>
            </a:extLst>
          </p:cNvPr>
          <p:cNvSpPr txBox="1"/>
          <p:nvPr/>
        </p:nvSpPr>
        <p:spPr>
          <a:xfrm>
            <a:off x="203200" y="152400"/>
            <a:ext cx="158496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地震的时候怎么办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你有手电筒吗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一一九是什么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避难所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停电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求助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5268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2361</TotalTime>
  <Words>3757</Words>
  <Application>Microsoft Office PowerPoint</Application>
  <PresentationFormat>自訂</PresentationFormat>
  <Paragraphs>280</Paragraphs>
  <Slides>19</Slides>
  <Notes>19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GoodTeacher 正楷拼音</vt:lpstr>
      <vt:lpstr>標楷體</vt:lpstr>
      <vt:lpstr>澳聲通拼音庫楷-繁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家斌 王</cp:lastModifiedBy>
  <cp:revision>143</cp:revision>
  <dcterms:created xsi:type="dcterms:W3CDTF">2006-08-16T00:00:00Z</dcterms:created>
  <dcterms:modified xsi:type="dcterms:W3CDTF">2026-10-16T00:28:14Z</dcterms:modified>
</cp:coreProperties>
</file>