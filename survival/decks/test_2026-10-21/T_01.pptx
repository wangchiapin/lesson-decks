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005" r:id="rId2"/>
    <p:sldId id="1130" r:id="rId12"/>
    <p:sldId id="1132" r:id="rId13"/>
    <p:sldId id="1133" r:id="rId14"/>
    <p:sldId id="1134" r:id="rId15"/>
    <p:sldId id="1131" r:id="rId16"/>
    <p:sldId id="1139" r:id="rId30"/>
    <p:sldId id="1102" r:id="rId18"/>
    <p:sldId id="1135" r:id="rId26"/>
    <p:sldId id="1117" r:id="rId19"/>
    <p:sldId id="1138" r:id="rId29"/>
    <p:sldId id="1137" r:id="rId28"/>
    <p:sldId id="1136" r:id="rId27"/>
    <p:sldId id="1007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78167" autoAdjust="0"/>
  </p:normalViewPr>
  <p:slideViewPr>
    <p:cSldViewPr>
      <p:cViewPr varScale="1">
        <p:scale>
          <a:sx n="56" d="100"/>
          <a:sy n="56" d="100"/>
        </p:scale>
        <p:origin x="10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8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9.xml"/><Relationship Id="rId27" Type="http://schemas.openxmlformats.org/officeDocument/2006/relationships/slide" Target="slides/slide13.xml"/><Relationship Id="rId28" Type="http://schemas.openxmlformats.org/officeDocument/2006/relationships/slide" Target="slides/slide12.xml"/><Relationship Id="rId29" Type="http://schemas.openxmlformats.org/officeDocument/2006/relationships/slide" Target="slides/slide11.xml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51B26-2130-410B-AFF9-6349CBB740F7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ACFC3-D488-4052-830D-8EB56C5689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52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E863-3822-E188-34A6-C6138F61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455988-2CD8-88A7-E69D-5DEC52487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914B30-482E-9F4A-89E4-5B696ECA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接下來要學在圖書館和書店（借書證、借還書、影印、買書）可以用到的句子，有問題就要直接問，如果有你想到的其它的狀況也要問你，之後要靠這個生存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09EC1-5E9B-93CA-F226-F97BE26F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000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這裡可以吃東西嗎？ ¿Se puede comer aquí?</a:t>
            </a:r>
          </a:p>
          <a:p>
            <a:r>
              <a:t>- 請問可以講話嗎？ ¿Se puede hablar aquí?</a:t>
            </a:r>
          </a:p>
          <a:p>
            <a:r>
              <a:t>- 這個位子有人嗎？ ¿Está ocupado este asiento?</a:t>
            </a:r>
          </a:p>
          <a:p>
            <a:r>
              <a:t>- 閱覽室幾點關門？ ¿A qué hora cierra la sala de lectura?</a:t>
            </a:r>
          </a:p>
          <a:p/>
          <a:p>
            <a:r>
              <a:t>閱覽室：sala de lectura / reading room</a:t>
            </a:r>
          </a:p>
          <a:p>
            <a:r>
              <a:t>安靜：silencio / quiet</a:t>
            </a:r>
          </a:p>
          <a:p>
            <a:r>
              <a:t>位子：asiento / seat</a:t>
            </a:r>
          </a:p>
          <a:p>
            <a:r>
              <a:t>手機：celular / cell phone</a:t>
            </a:r>
          </a:p>
          <a:p>
            <a:r>
              <a:t>關門：cerrar / close</a:t>
            </a:r>
          </a:p>
          <a:p>
            <a:r>
              <a:t>規定：regla / rule</a:t>
            </a:r>
          </a:p>
          <a:p/>
          <a:p>
            <a:r>
              <a:t>- 這裡可以吃東西嗎？ Can we eat here?</a:t>
            </a:r>
          </a:p>
          <a:p>
            <a:r>
              <a:t>- 請問可以講話嗎？ Is talking allowed here?</a:t>
            </a:r>
          </a:p>
          <a:p>
            <a:r>
              <a:t>- 這個位子有人嗎？ Is this seat taken?</a:t>
            </a:r>
          </a:p>
          <a:p>
            <a:r>
              <a:t>- 閱覽室幾點關門？ What time does the reading room close?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C481-B48B-49AF-9558-DE13EE53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8B319-BDA0-0C5F-4684-688D774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CE9345-6DB9-6630-A32C-C6C7E27C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我想辦借書證。 Quiero sacar un carné de biblioteca.</a:t>
            </a:r>
          </a:p>
          <a:p>
            <a:r>
              <a:t>- 需要帶什麼證件？ ¿Qué documento necesito llevar?</a:t>
            </a:r>
          </a:p>
          <a:p>
            <a:r>
              <a:t>- 外國人也可以辦嗎？ ¿Los extranjeros también pueden sacarlo?</a:t>
            </a:r>
          </a:p>
          <a:p>
            <a:r>
              <a:t>- 借書證要收費嗎？ ¿Cuesta algo el carné?</a:t>
            </a:r>
          </a:p>
          <a:p/>
          <a:p>
            <a:r>
              <a:t>圖書館：biblioteca / library</a:t>
            </a:r>
          </a:p>
          <a:p>
            <a:r>
              <a:t>借書證：carné / library card</a:t>
            </a:r>
          </a:p>
          <a:p>
            <a:r>
              <a:t>護照：pasaporte / passport</a:t>
            </a:r>
          </a:p>
          <a:p>
            <a:r>
              <a:t>居留證：tarjeta de residencia / residence card</a:t>
            </a:r>
          </a:p>
          <a:p>
            <a:r>
              <a:t>辦：tramitar / apply for</a:t>
            </a:r>
          </a:p>
          <a:p>
            <a:r>
              <a:t>免費：gratis / free</a:t>
            </a:r>
          </a:p>
          <a:p/>
          <a:p>
            <a:r>
              <a:t>- 我想辦借書證。 I want to get a library card.</a:t>
            </a:r>
          </a:p>
          <a:p>
            <a:r>
              <a:t>- 需要帶什麼證件？ What ID do I need to bring?</a:t>
            </a:r>
          </a:p>
          <a:p>
            <a:r>
              <a:t>- 外國人也可以辦嗎？ Can foreigners get one too?</a:t>
            </a:r>
          </a:p>
          <a:p>
            <a:r>
              <a:t>- 借書證要收費嗎？ Is there a fee for the card?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40C71E-61C0-D577-5299-AE1F9B6BB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61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8830-46E0-472E-6994-1B48B7BD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3F1D0-EDA9-C887-9ACA-2E11041B8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26030B-21D7-35E7-87D4-F6CE414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請問華語學習的書在哪裡？ ¿Dónde están los libros para aprender chino?</a:t>
            </a:r>
          </a:p>
          <a:p>
            <a:r>
              <a:t>- 有西班牙文的書嗎？ ¿Hay libros en español?</a:t>
            </a:r>
          </a:p>
          <a:p>
            <a:r>
              <a:t>- 這本書有沒有在架上？ ¿Este libro está en el estante?</a:t>
            </a:r>
          </a:p>
          <a:p>
            <a:r>
              <a:t>- 可以用電腦查書嗎？ ¿Puedo buscar el libro en la computadora?</a:t>
            </a:r>
          </a:p>
          <a:p/>
          <a:p>
            <a:r>
              <a:t>書架：estante / bookshelf</a:t>
            </a:r>
          </a:p>
          <a:p>
            <a:r>
              <a:t>查詢：consultar / search</a:t>
            </a:r>
          </a:p>
          <a:p>
            <a:r>
              <a:t>樓：piso / floor</a:t>
            </a:r>
          </a:p>
          <a:p>
            <a:r>
              <a:t>西班牙文：español / Spanish</a:t>
            </a:r>
          </a:p>
          <a:p>
            <a:r>
              <a:t>書名：título / title</a:t>
            </a:r>
          </a:p>
          <a:p>
            <a:r>
              <a:t>作者：autor / author</a:t>
            </a:r>
          </a:p>
          <a:p/>
          <a:p>
            <a:r>
              <a:t>- 請問華語學習的書在哪裡？ Where are the Chinese learning books?</a:t>
            </a:r>
          </a:p>
          <a:p>
            <a:r>
              <a:t>- 有西班牙文的書嗎？ Are there books in Spanish?</a:t>
            </a:r>
          </a:p>
          <a:p>
            <a:r>
              <a:t>- 這本書有沒有在架上？ Is this book on the shelf?</a:t>
            </a:r>
          </a:p>
          <a:p>
            <a:r>
              <a:t>- 可以用電腦查書嗎？ Can I search for the book on the computer?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C1156-0FC7-52C7-934B-24AEF1AFD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82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DA69-4371-5762-2B43-6A736FFE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8EC0F3D-507F-BCFD-3E25-BB9F2147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C285A7-2473-8AC0-0CC3-2BDF8D83E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我想借這三本書。 Quiero prestar estos tres libros.</a:t>
            </a:r>
          </a:p>
          <a:p>
            <a:r>
              <a:t>- 可以借多久？ ¿Por cuánto tiempo puedo prestarlos?</a:t>
            </a:r>
          </a:p>
          <a:p>
            <a:r>
              <a:t>- 我要還書，在哪裡還？ Quiero devolver libros. ¿Dónde los devuelvo?</a:t>
            </a:r>
          </a:p>
          <a:p>
            <a:r>
              <a:t>- 逾期了要罰錢嗎？ ¿Hay multa si me paso de la fecha?</a:t>
            </a:r>
          </a:p>
          <a:p/>
          <a:p>
            <a:r>
              <a:t>借書：prestar libro / borrow a book</a:t>
            </a:r>
          </a:p>
          <a:p>
            <a:r>
              <a:t>還書：devolver libro / return a book</a:t>
            </a:r>
          </a:p>
          <a:p>
            <a:r>
              <a:t>逾期：atrasarse / overdue</a:t>
            </a:r>
          </a:p>
          <a:p>
            <a:r>
              <a:t>罰款：multa / fine</a:t>
            </a:r>
          </a:p>
          <a:p>
            <a:r>
              <a:t>續借：renovar / renew</a:t>
            </a:r>
          </a:p>
          <a:p>
            <a:r>
              <a:t>期限：plazo / deadline</a:t>
            </a:r>
          </a:p>
          <a:p>
            <a:r>
              <a:t>自助機：autoservicio / self-service kiosk</a:t>
            </a:r>
          </a:p>
          <a:p/>
          <a:p>
            <a:r>
              <a:t>- 我想借這三本書。 I want to borrow these three books.</a:t>
            </a:r>
          </a:p>
          <a:p>
            <a:r>
              <a:t>- 可以借多久？ How long can I borrow them?</a:t>
            </a:r>
          </a:p>
          <a:p>
            <a:r>
              <a:t>- 我要還書，在哪裡還？ I want to return books. Where do I return them?</a:t>
            </a:r>
          </a:p>
          <a:p>
            <a:r>
              <a:t>- 逾期了要罰錢嗎？ Is there a fine if I am late?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B6B09C-D889-6C1C-B198-AC244133D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84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CEF8-7297-28B1-F347-F0F2CDD5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C8E1B2-1720-2CA3-DCE1-44A7C1E7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8BE216-B7BB-DD13-5FE6-514DC2BF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請問影印機在哪裡？ ¿Dónde está la fotocopiadora?</a:t>
            </a:r>
          </a:p>
          <a:p>
            <a:r>
              <a:t>- 影印一張多少錢？ ¿Cuánto cuesta cada copia?</a:t>
            </a:r>
          </a:p>
          <a:p>
            <a:r>
              <a:t>- 我要列印這個檔案。 Quiero imprimir este archivo.</a:t>
            </a:r>
          </a:p>
          <a:p>
            <a:r>
              <a:t>- 可以用悠遊卡付錢嗎？ ¿Puedo pagar con la tarjeta EasyCard?</a:t>
            </a:r>
          </a:p>
          <a:p/>
          <a:p>
            <a:r>
              <a:t>影印：fotocopiar / photocopy</a:t>
            </a:r>
          </a:p>
          <a:p>
            <a:r>
              <a:t>列印：imprimir / print</a:t>
            </a:r>
          </a:p>
          <a:p>
            <a:r>
              <a:t>檔案：archivo / file</a:t>
            </a:r>
          </a:p>
          <a:p>
            <a:r>
              <a:t>悠遊卡：tarjeta EasyCard / EasyCard</a:t>
            </a:r>
          </a:p>
          <a:p>
            <a:r>
              <a:t>一張：una hoja / one sheet</a:t>
            </a:r>
          </a:p>
          <a:p>
            <a:r>
              <a:t>黑白：blanco y negro / black and white</a:t>
            </a:r>
          </a:p>
          <a:p/>
          <a:p>
            <a:r>
              <a:t>- 請問影印機在哪裡？ Where is the copy machine?</a:t>
            </a:r>
          </a:p>
          <a:p>
            <a:r>
              <a:t>- 影印一張多少錢？ How much is each copy?</a:t>
            </a:r>
          </a:p>
          <a:p>
            <a:r>
              <a:t>- 我要列印這個檔案。 I want to print this file.</a:t>
            </a:r>
          </a:p>
          <a:p>
            <a:r>
              <a:t>- 可以用悠遊卡付錢嗎？ Can I pay with an EasyCard?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75A0DD-459A-E9A1-F5DC-DD63A9991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77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735A-DAB9-A5A2-691A-2CB8714F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0F47FF-2089-AD6D-8C30-1B404A4C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DBFB97-9389-D7C4-4123-185CCF2D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請問有這本書嗎？ ¿Tienen este libro?</a:t>
            </a:r>
          </a:p>
          <a:p>
            <a:r>
              <a:t>- 可以幫我訂書嗎？ ¿Pueden encargarlo por mí?</a:t>
            </a:r>
          </a:p>
          <a:p>
            <a:r>
              <a:t>- 這本書多少錢？ ¿Cuánto cuesta este libro?</a:t>
            </a:r>
          </a:p>
          <a:p>
            <a:r>
              <a:t>- 可以給我收據嗎？ ¿Me puede dar el recibo?</a:t>
            </a:r>
          </a:p>
          <a:p/>
          <a:p>
            <a:r>
              <a:t>書店：librería / bookstore</a:t>
            </a:r>
          </a:p>
          <a:p>
            <a:r>
              <a:t>新書：libro nuevo / new book</a:t>
            </a:r>
          </a:p>
          <a:p>
            <a:r>
              <a:t>訂：encargar / order</a:t>
            </a:r>
          </a:p>
          <a:p>
            <a:r>
              <a:t>特價：oferta / on sale</a:t>
            </a:r>
          </a:p>
          <a:p>
            <a:r>
              <a:t>收據：recibo / receipt</a:t>
            </a:r>
          </a:p>
          <a:p>
            <a:r>
              <a:t>塑膠袋：bolsa de plástico / plastic bag</a:t>
            </a:r>
          </a:p>
          <a:p>
            <a:r>
              <a:t>結帳：pagar / check out</a:t>
            </a:r>
          </a:p>
          <a:p/>
          <a:p>
            <a:r>
              <a:t>- 請問有這本書嗎？ Do you have this book?</a:t>
            </a:r>
          </a:p>
          <a:p>
            <a:r>
              <a:t>- 可以幫我訂書嗎？ Can you order it for me?</a:t>
            </a:r>
          </a:p>
          <a:p>
            <a:r>
              <a:t>- 這本書多少錢？ How much is this book?</a:t>
            </a:r>
          </a:p>
          <a:p>
            <a:r>
              <a:t>- 可以給我收據嗎？ Can I have a receipt?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F3B2C2-1125-E094-4EA6-9D2CA8030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03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2E0D-4B0F-E6E2-50FA-FA67560F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1C4A38-C9DA-8F5C-5F92-2BE5B1BC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BB7AF-3D8D-EDAB-9A79-9C77C0CD6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借書證：carné / library card  ///  護照：pasaporte / passport  ///  免費：gratis / free</a:t>
            </a:r>
          </a:p>
          <a:p>
            <a:r>
              <a:t>逾期：atrasarse / overdue</a:t>
            </a:r>
          </a:p>
          <a:p/>
          <a:p>
            <a:r>
              <a:t>旅客：你好，我想辦借書證。</a:t>
            </a:r>
          </a:p>
          <a:p>
            <a:r>
              <a:t>館員：請給我你的護照。</a:t>
            </a:r>
          </a:p>
          <a:p>
            <a:r>
              <a:t>旅客：要收費嗎？</a:t>
            </a:r>
          </a:p>
          <a:p>
            <a:r>
              <a:t>館員：免費。一次可以借五本。</a:t>
            </a:r>
          </a:p>
          <a:p>
            <a:r>
              <a:t>旅客：可以借多久？</a:t>
            </a:r>
          </a:p>
          <a:p>
            <a:r>
              <a:t>館員：兩個星期，過了就是逾期。</a:t>
            </a:r>
          </a:p>
          <a:p/>
          <a:p>
            <a:r>
              <a:t>Viajero: Hola, quiero sacar el carné de biblioteca.</a:t>
            </a:r>
          </a:p>
          <a:p>
            <a:r>
              <a:t>Bibliotecario: Deme su pasaporte, por favor.</a:t>
            </a:r>
          </a:p>
          <a:p>
            <a:r>
              <a:t>Viajero: ¿Tiene costo?</a:t>
            </a:r>
          </a:p>
          <a:p>
            <a:r>
              <a:t>Bibliotecario: Es gratis. Puede llevar cinco libros a la vez.</a:t>
            </a:r>
          </a:p>
          <a:p>
            <a:r>
              <a:t>Viajero: ¿Por cuánto tiempo?</a:t>
            </a:r>
          </a:p>
          <a:p>
            <a:r>
              <a:t>Bibliotecario: Dos semanas; después se considera atrasado.</a:t>
            </a:r>
          </a:p>
          <a:p/>
          <a:p>
            <a:r>
              <a:t>Traveler: Hello, I want to get a library card.</a:t>
            </a:r>
          </a:p>
          <a:p>
            <a:r>
              <a:t>Librarian: Please give me your passport.</a:t>
            </a:r>
          </a:p>
          <a:p>
            <a:r>
              <a:t>Traveler: Is there a fee?</a:t>
            </a:r>
          </a:p>
          <a:p>
            <a:r>
              <a:t>Librarian: It is free. You can borrow five books at a time.</a:t>
            </a:r>
          </a:p>
          <a:p>
            <a:r>
              <a:t>Traveler: How long can I keep them?</a:t>
            </a:r>
          </a:p>
          <a:p>
            <a:r>
              <a:t>Librarian: Two weeks; after that it is overdue.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D396BC-98F4-9A9B-B680-030DA8746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1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91F5-B7C9-4EAB-8E94-307A4A38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F8D44C-6C05-9742-7C12-C4D07321E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AA4116-C8AB-C1C6-E4E6-E1306EE9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正確順序（填數字）：1 → 6 → 2 → 3 → 5 → 4</a:t>
            </a:r>
          </a:p>
          <a:p/>
          <a:p>
            <a:r>
              <a:t>旅客：請問有西班牙文的書嗎？</a:t>
            </a:r>
          </a:p>
          <a:p>
            <a:r>
              <a:t>館員：有，在三樓。</a:t>
            </a:r>
          </a:p>
          <a:p>
            <a:r>
              <a:t>旅客：我想借這兩本書。</a:t>
            </a:r>
          </a:p>
          <a:p>
            <a:r>
              <a:t>館員：請給我你的借書證。</a:t>
            </a:r>
          </a:p>
          <a:p>
            <a:r>
              <a:t>旅客：可以借多久？</a:t>
            </a:r>
          </a:p>
          <a:p>
            <a:r>
              <a:t>館員：兩個星期。</a:t>
            </a:r>
          </a:p>
          <a:p/>
          <a:p>
            <a:r>
              <a:t>Viajero: ¿Hay libros en español?</a:t>
            </a:r>
          </a:p>
          <a:p>
            <a:r>
              <a:t>Bibliotecario: Sí, en el tercer piso.</a:t>
            </a:r>
          </a:p>
          <a:p>
            <a:r>
              <a:t>Viajero: Quiero prestar estos dos libros.</a:t>
            </a:r>
          </a:p>
          <a:p>
            <a:r>
              <a:t>Bibliotecario: Su carné, por favor.</a:t>
            </a:r>
          </a:p>
          <a:p>
            <a:r>
              <a:t>Viajero: ¿Por cuánto tiempo?</a:t>
            </a:r>
          </a:p>
          <a:p>
            <a:r>
              <a:t>Bibliotecario: Dos semanas.</a:t>
            </a:r>
          </a:p>
          <a:p/>
          <a:p>
            <a:r>
              <a:t>Traveler: Are there books in Spanish?</a:t>
            </a:r>
          </a:p>
          <a:p>
            <a:r>
              <a:t>Librarian: Yes, on the third floor.</a:t>
            </a:r>
          </a:p>
          <a:p>
            <a:r>
              <a:t>Traveler: I want to borrow these two books.</a:t>
            </a:r>
          </a:p>
          <a:p>
            <a:r>
              <a:t>Librarian: Your library card, please.</a:t>
            </a:r>
          </a:p>
          <a:p>
            <a:r>
              <a:t>Traveler: How long can I keep them?</a:t>
            </a:r>
          </a:p>
          <a:p>
            <a:r>
              <a:t>Librarian: Two weeks.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BA323B-1DB6-3096-060E-4F15D990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45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1C1D-85BC-90D4-29B4-0E71FC1F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D83BA7-F727-B5A7-684F-4946E6435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92D9A6-F4C1-5CD7-B567-BD05AA4C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角色扮演提示：借書 / 影印 / 書店</a:t>
            </a:r>
          </a:p>
          <a:p>
            <a:r>
              <a:t>你有借書證嗎？ ¿Tienes carné de biblioteca?</a:t>
            </a:r>
          </a:p>
          <a:p>
            <a:r>
              <a:t>你喜歡看書嗎？ ¿Te gusta leer?</a:t>
            </a:r>
          </a:p>
          <a:p>
            <a:r>
              <a:t>你在哪裡買書？ ¿Dónde compras libros?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1E3B6D-FF5F-5683-1D2A-EC9D59E6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892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影印：fotocopiar / photocopy  ///  樓：piso / floor  ///  黑白：blanco y negro / black and white</a:t>
            </a:r>
          </a:p>
          <a:p>
            <a:r>
              <a:t>列印：imprimir / print  ///  檔案：archivo / file  ///  悠遊卡：tarjeta EasyCard / EasyCard</a:t>
            </a:r>
          </a:p>
          <a:p/>
          <a:p>
            <a:r>
              <a:t>旅客：請問影印機在哪裡？</a:t>
            </a:r>
          </a:p>
          <a:p>
            <a:r>
              <a:t>館員：在二樓。</a:t>
            </a:r>
          </a:p>
          <a:p>
            <a:r>
              <a:t>旅客：一張多少錢？</a:t>
            </a:r>
          </a:p>
          <a:p>
            <a:r>
              <a:t>館員：黑白一張兩塊。</a:t>
            </a:r>
          </a:p>
          <a:p>
            <a:r>
              <a:t>旅客：我要列印這個檔案。</a:t>
            </a:r>
          </a:p>
          <a:p>
            <a:r>
              <a:t>館員：用悠遊卡付錢就可以。</a:t>
            </a:r>
          </a:p>
          <a:p/>
          <a:p>
            <a:r>
              <a:t>Viajero: ¿Dónde está la fotocopiadora?</a:t>
            </a:r>
          </a:p>
          <a:p>
            <a:r>
              <a:t>Bibliotecario: En el segundo piso.</a:t>
            </a:r>
          </a:p>
          <a:p>
            <a:r>
              <a:t>Viajero: ¿Cuánto cuesta cada hoja?</a:t>
            </a:r>
          </a:p>
          <a:p>
            <a:r>
              <a:t>Bibliotecario: En blanco y negro, dos dólares taiwaneses.</a:t>
            </a:r>
          </a:p>
          <a:p>
            <a:r>
              <a:t>Viajero: Quiero imprimir este archivo.</a:t>
            </a:r>
          </a:p>
          <a:p>
            <a:r>
              <a:t>Bibliotecario: Puede pagar con la EasyCard.</a:t>
            </a:r>
          </a:p>
          <a:p/>
          <a:p>
            <a:r>
              <a:t>Traveler: Where is the copy machine?</a:t>
            </a:r>
          </a:p>
          <a:p>
            <a:r>
              <a:t>Librarian: On the second floor.</a:t>
            </a:r>
          </a:p>
          <a:p>
            <a:r>
              <a:t>Traveler: How much is each sheet?</a:t>
            </a:r>
          </a:p>
          <a:p>
            <a:r>
              <a:t>Librarian: Black and white is NT$2.</a:t>
            </a:r>
          </a:p>
          <a:p>
            <a:r>
              <a:t>Traveler: I want to print this file.</a:t>
            </a:r>
          </a:p>
          <a:p>
            <a:r>
              <a:t>Librarian: You can pay with an EasyCard.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正確順序（填數字）：5 → 3 → 1 → 4 → 6 → 2</a:t>
            </a:r>
          </a:p>
          <a:p/>
          <a:p>
            <a:r>
              <a:t>旅客：請問有這本書嗎？</a:t>
            </a:r>
          </a:p>
          <a:p>
            <a:r>
              <a:t>店員：我幫你查一下。</a:t>
            </a:r>
          </a:p>
          <a:p>
            <a:r>
              <a:t>店員：現在沒有，可以幫你訂。</a:t>
            </a:r>
          </a:p>
          <a:p>
            <a:r>
              <a:t>旅客：要等幾天？</a:t>
            </a:r>
          </a:p>
          <a:p>
            <a:r>
              <a:t>店員：大概三天。</a:t>
            </a:r>
          </a:p>
          <a:p>
            <a:r>
              <a:t>旅客：好，請幫我訂一本。</a:t>
            </a:r>
          </a:p>
          <a:p/>
          <a:p>
            <a:r>
              <a:t>Viajero: ¿Tienen este libro?</a:t>
            </a:r>
          </a:p>
          <a:p>
            <a:r>
              <a:t>Vendedor: Déjeme buscarlo.</a:t>
            </a:r>
          </a:p>
          <a:p>
            <a:r>
              <a:t>Vendedor: Ahora no está, pero puedo encargarlo.</a:t>
            </a:r>
          </a:p>
          <a:p>
            <a:r>
              <a:t>Viajero: ¿Cuántos días hay que esperar?</a:t>
            </a:r>
          </a:p>
          <a:p>
            <a:r>
              <a:t>Vendedor: Más o menos tres días.</a:t>
            </a:r>
          </a:p>
          <a:p>
            <a:r>
              <a:t>Viajero: Bien, encárgueme uno, por favor.</a:t>
            </a:r>
          </a:p>
          <a:p/>
          <a:p>
            <a:r>
              <a:t>Traveler: Do you have this book?</a:t>
            </a:r>
          </a:p>
          <a:p>
            <a:r>
              <a:t>Clerk: Let me check.</a:t>
            </a:r>
          </a:p>
          <a:p>
            <a:r>
              <a:t>Clerk: It's out of stock now, but I can order it.</a:t>
            </a:r>
          </a:p>
          <a:p>
            <a:r>
              <a:t>Traveler: How many days do I need to wait?</a:t>
            </a:r>
          </a:p>
          <a:p>
            <a:r>
              <a:t>Clerk: About three days.</a:t>
            </a:r>
          </a:p>
          <a:p>
            <a:r>
              <a:t>Traveler: OK, please order one for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正確順序（填數字）：4 → 3 → 6 → 2 → 8 → 7 → 1 → 5</a:t>
            </a:r>
          </a:p>
          <a:p/>
          <a:p>
            <a:r>
              <a:t>旅客：不好意思，我要還書。</a:t>
            </a:r>
          </a:p>
          <a:p>
            <a:r>
              <a:t>館員：請放在自助機上。</a:t>
            </a:r>
          </a:p>
          <a:p>
            <a:r>
              <a:t>旅客：這本書我晚了三天還。</a:t>
            </a:r>
          </a:p>
          <a:p>
            <a:r>
              <a:t>館員：逾期一天罰兩塊。</a:t>
            </a:r>
          </a:p>
          <a:p>
            <a:r>
              <a:t>旅客：那我要付多少錢？</a:t>
            </a:r>
          </a:p>
          <a:p>
            <a:r>
              <a:t>館員：六塊。</a:t>
            </a:r>
          </a:p>
          <a:p>
            <a:r>
              <a:t>旅客：可以用悠遊卡付嗎？</a:t>
            </a:r>
          </a:p>
          <a:p>
            <a:r>
              <a:t>館員：可以，謝謝。</a:t>
            </a:r>
          </a:p>
          <a:p/>
          <a:p>
            <a:r>
              <a:t>Viajero: Disculpe, quiero devolver libros.</a:t>
            </a:r>
          </a:p>
          <a:p>
            <a:r>
              <a:t>Bibliotecario: Póngalos en la máquina de autoservicio.</a:t>
            </a:r>
          </a:p>
          <a:p>
            <a:r>
              <a:t>Viajero: Este libro lo devuelvo con tres días de atraso.</a:t>
            </a:r>
          </a:p>
          <a:p>
            <a:r>
              <a:t>Bibliotecario: La multa es dos dólares por día de atraso.</a:t>
            </a:r>
          </a:p>
          <a:p>
            <a:r>
              <a:t>Viajero: ¿Cuánto debo pagar entonces?</a:t>
            </a:r>
          </a:p>
          <a:p>
            <a:r>
              <a:t>Bibliotecario: Seis dólares.</a:t>
            </a:r>
          </a:p>
          <a:p>
            <a:r>
              <a:t>Viajero: ¿Puedo pagar con la EasyCard?</a:t>
            </a:r>
          </a:p>
          <a:p>
            <a:r>
              <a:t>Bibliotecario: Sí, gracias.</a:t>
            </a:r>
          </a:p>
          <a:p/>
          <a:p>
            <a:r>
              <a:t>Traveler: Excuse me, I want to return books.</a:t>
            </a:r>
          </a:p>
          <a:p>
            <a:r>
              <a:t>Librarian: Please put them on the self-service machine.</a:t>
            </a:r>
          </a:p>
          <a:p>
            <a:r>
              <a:t>Traveler: I am returning this book three days late.</a:t>
            </a:r>
          </a:p>
          <a:p>
            <a:r>
              <a:t>Librarian: The fine is NT$2 per day.</a:t>
            </a:r>
          </a:p>
          <a:p>
            <a:r>
              <a:t>Traveler: So how much do I pay?</a:t>
            </a:r>
          </a:p>
          <a:p>
            <a:r>
              <a:t>Librarian: Six dollars.</a:t>
            </a:r>
          </a:p>
          <a:p>
            <a:r>
              <a:t>Traveler: Can I pay with an EasyCard?</a:t>
            </a:r>
          </a:p>
          <a:p>
            <a:r>
              <a:t>Librarian: Yes,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0B68F-12C4-4572-87D8-E6E622548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882F5-AAB7-49FF-9ABA-838462E04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4B99D-A51F-4EFC-AA00-08CE1813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B97DFB-E329-4F7F-BE10-239C93C7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48329-9BF7-457F-A130-8FC6F503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74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0088C-485F-42EF-8030-FAB03EDE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5A13D-823A-4811-B423-CE717B9F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60075-53C3-468B-8C07-5972A004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2AF9E-28E5-4A4B-AD70-B41367DD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8152B-A8D6-442B-BC46-4C9E6FE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74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B4A36-CFE7-4936-AACF-E5BF4702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2CA58-680A-44F0-BB09-801C1CB2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4EDE07-6323-4114-AA2B-D4B8F87B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6F603B-C3B7-4921-A0BC-230179EF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9BA487-AD61-4121-AF00-5BA59615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67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841ED-AC93-49BA-B5DC-A7F9105E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08F0C5-D41A-41B6-BA13-DFB38933F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4C79E9-BE33-4F57-B652-70F39E878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B29FCD-713F-470F-9368-FA489156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A0BCF2-BE85-4D1A-8E39-2F9EF879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D35EE1-0606-4378-9188-3789616E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80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AD922-A4A5-4CBE-9742-29EF16E4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2E76D1-F989-4D3E-B963-CEEC8556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5CBB8-D90C-462C-97CA-3D94D95D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FF5289-7BF8-41C8-9B5A-A635430E2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F20A36-B54E-4BC9-8EC3-DF9F1627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3D5F22-2172-41DA-A3A0-1B18937F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8BEF55-C700-4C50-BD36-CAA18C5F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1DFD891-1391-4C7F-B737-A4BC5C7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32301-1CCA-481F-AE4D-557B981B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EEB2B1-B881-47CA-ABD6-698B03C0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7F37B4C-B049-48D9-BF03-A11BE409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41792B-1FFB-4168-B98C-E206688E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0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E8E902-CFD7-4A46-9C82-9140EDA3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7E0CB-8A5E-4B77-8E34-B5210B20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21A269-7B59-4290-A961-1AAD0680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6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581A4-D35C-4C38-8046-0C96816C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C02A-18D7-487C-A20E-B2CE46CE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2547E9-33D9-4D74-94F9-E8577816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90CA51-29FD-4CAB-A358-1E97B27A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68A19-DC5E-476A-ADDD-EEE4D808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792A5-D6C6-42C0-88B5-B741D8A9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8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1ECDC-C009-4B6D-BB83-FAAD4519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44EE84-50C8-45E1-8E78-D187FF357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11EA73-72C8-4160-B959-0B8F4356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DED110-3341-46D5-9953-84F97C9B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14FE7-AFA4-4160-975F-A1D7ACB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F0571B-7ECC-4128-B396-F594599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27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6D4B2-A1A1-4648-9523-7BDC2C8D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E9A16-B435-4B5D-B119-872F7250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034519-4A88-4E15-BED0-2860252B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199377-B691-4DBC-8CB9-AED86CD3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6E36CE-ACAC-4E74-8AA8-E005AF25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6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50E7EB-8631-4F40-8298-9F366588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9E4D74-F947-48F0-815A-9FB1743F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B69679-EA51-4C48-B0F1-0DB8B98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69F74E-9273-47E1-B33F-A7E04EF4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1E08EE-758A-4B1C-AF00-1D583671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77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4FE16E-A493-4AA2-B063-D815802E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CEBE22-CDE3-4AC2-B295-CCF423F2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DCA366-607E-4525-A73E-59F439F43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B70584-D3B4-48AC-9081-C3BC0EE24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852FDA-A01E-43BB-B7EC-3D7DE828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1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6689-9EF7-CDA4-7C12-CEA82748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3CEBB10-835E-6B4B-CEF3-A480DBDBE46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32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046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9C42-E8A3-4CB9-5596-E3C8381C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27C1910-22F4-E51F-1DAF-D8D83F905992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504D1A-4670-15B1-2329-0072B7E17C03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图书馆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biblioteca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借书证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carné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护照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pasaporte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居留证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tarjeta de residencia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办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tramitar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免费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gratis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例：旅客在圖書館櫃台，把護照交給館員辦借書證</a:t>
            </a:r>
          </a:p>
        </p:txBody>
      </p:sp>
    </p:spTree>
    <p:extLst>
      <p:ext uri="{BB962C8B-B14F-4D97-AF65-F5344CB8AC3E}">
        <p14:creationId xmlns:p14="http://schemas.microsoft.com/office/powerpoint/2010/main" val="115957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0E35-8F19-F718-1AA9-4EF2FAA0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4F61F47-5B0C-E4C6-67C6-E8D27469E46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9AC89B-A9FB-7A0A-CBC5-195FA6A0EFF7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书架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estante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查询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consultar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楼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piso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西班牙文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español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书名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título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作者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autor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例：旅客站在書架前，問館員華語學習的書在哪裡</a:t>
            </a:r>
          </a:p>
        </p:txBody>
      </p:sp>
    </p:spTree>
    <p:extLst>
      <p:ext uri="{BB962C8B-B14F-4D97-AF65-F5344CB8AC3E}">
        <p14:creationId xmlns:p14="http://schemas.microsoft.com/office/powerpoint/2010/main" val="74359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A9DC-A444-ABBE-9ACE-D32F7678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E7EB5E7-3673-BF95-8BC1-67A0DF7D69A1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378376-3E69-D628-1F84-38CC7677DA22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借书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prestar libro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还书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devolver libro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逾期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atrasarse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罚款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multa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续借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renovar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期限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plazo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自助机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autoservicio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例：旅客在自助借書機前，刷借書證借書</a:t>
            </a:r>
          </a:p>
        </p:txBody>
      </p:sp>
    </p:spTree>
    <p:extLst>
      <p:ext uri="{BB962C8B-B14F-4D97-AF65-F5344CB8AC3E}">
        <p14:creationId xmlns:p14="http://schemas.microsoft.com/office/powerpoint/2010/main" val="9651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121-1F65-4908-0D16-CF0AA2F1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C19E1CA-BF4D-12B6-8CFB-F0265A02842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834EC5-6CB4-F25C-D21F-0F0100739141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影印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fotocopiar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列印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imprimir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档案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archivo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悠游卡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tarjeta EasyCard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一张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una hoja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黑白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blanco y negro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例：旅客站在影印機前，手裡拿著悠遊卡</a:t>
            </a:r>
          </a:p>
        </p:txBody>
      </p:sp>
    </p:spTree>
    <p:extLst>
      <p:ext uri="{BB962C8B-B14F-4D97-AF65-F5344CB8AC3E}">
        <p14:creationId xmlns:p14="http://schemas.microsoft.com/office/powerpoint/2010/main" val="226124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书店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librería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新书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libro nuevo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订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encargar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特价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oferta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收据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recibo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塑胶袋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bolsa de plástico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结帐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pagar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例：旅客在書店櫃台，店員正在掃描書的條碼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阅览室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sala de lectura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安静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silencio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位子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asiento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手机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celular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关门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cerrar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规定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regla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例：旅客在安靜的閱覽室，對著牆上的規定看板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旅客：你好，我想办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馆员：请给我你的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旅客：要收费吗？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馆员：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。一次可以借五本。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旅客：可以借多久？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馆员：两个星期，过了就是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借书证  护照  免费  逾期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旅客：请问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机在哪里？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馆员：在二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旅客：一张多少钱？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馆员：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一张两块。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旅客：我要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这个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馆员：用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付钱就可以。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黑白  影印  楼  悠游卡  档案  列印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5.旅客：可以借多久？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1.旅客：请问有西班牙文的书吗？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4.馆员：两个星期。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3.馆员：请给我你的借书证。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2.旅客：我想借这两本书。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6.馆员：有，在三楼。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5.旅客：请问有这本书吗？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1.店员：现在没有，可以帮你订。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4.旅客：要等几天？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3.店员：我帮你查一下。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2.旅客：好，请帮我订一本。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6.店员：大概三天。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653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7.馆员：六块。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1.旅客：可以用悠游卡付吗？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546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6.旅客：这本书我晚了三天还。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439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5.馆员：可以，谢谢。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332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4.旅客：不好意思，我要还书。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760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8.旅客：那我要付多少钱？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2200000" y="6002520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2.馆员：逾期一天罚两块。</a:t>
            </a: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225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3.馆员：请放在自助机上。</a:t>
            </a: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002520"/>
            <a:ext cx="46482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B86557-6F1F-BB9E-50AF-624180AD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F1C2D2D-8412-C612-D4D8-BF9AC661487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你有借书证吗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你喜欢看书吗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你在哪里买书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借书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影印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书店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26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2361</TotalTime>
  <Words>3757</Words>
  <Application>Microsoft Office PowerPoint</Application>
  <PresentationFormat>自訂</PresentationFormat>
  <Paragraphs>280</Paragraphs>
  <Slides>19</Slides>
  <Notes>19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GoodTeacher 正楷拼音</vt:lpstr>
      <vt:lpstr>標楷體</vt:lpstr>
      <vt:lpstr>澳聲通拼音庫楷-繁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家斌 王</cp:lastModifiedBy>
  <cp:revision>143</cp:revision>
  <dcterms:created xsi:type="dcterms:W3CDTF">2006-08-16T00:00:00Z</dcterms:created>
  <dcterms:modified xsi:type="dcterms:W3CDTF">2026-10-16T00:28:14Z</dcterms:modified>
</cp:coreProperties>
</file>