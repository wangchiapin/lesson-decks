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1005" r:id="rId2"/>
    <p:sldId id="1130" r:id="rId12"/>
    <p:sldId id="1132" r:id="rId13"/>
    <p:sldId id="1133" r:id="rId14"/>
    <p:sldId id="1134" r:id="rId15"/>
    <p:sldId id="1131" r:id="rId16"/>
    <p:sldId id="1139" r:id="rId30"/>
    <p:sldId id="1102" r:id="rId18"/>
    <p:sldId id="1135" r:id="rId26"/>
    <p:sldId id="1117" r:id="rId19"/>
    <p:sldId id="1138" r:id="rId29"/>
    <p:sldId id="1137" r:id="rId28"/>
    <p:sldId id="1136" r:id="rId27"/>
    <p:sldId id="1007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78167" autoAdjust="0"/>
  </p:normalViewPr>
  <p:slideViewPr>
    <p:cSldViewPr>
      <p:cViewPr varScale="1">
        <p:scale>
          <a:sx n="56" d="100"/>
          <a:sy n="56" d="100"/>
        </p:scale>
        <p:origin x="104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8" Type="http://schemas.openxmlformats.org/officeDocument/2006/relationships/slide" Target="slides/slide8.xml"/><Relationship Id="rId19" Type="http://schemas.openxmlformats.org/officeDocument/2006/relationships/slide" Target="slides/slide10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9.xml"/><Relationship Id="rId27" Type="http://schemas.openxmlformats.org/officeDocument/2006/relationships/slide" Target="slides/slide13.xml"/><Relationship Id="rId28" Type="http://schemas.openxmlformats.org/officeDocument/2006/relationships/slide" Target="slides/slide12.xml"/><Relationship Id="rId29" Type="http://schemas.openxmlformats.org/officeDocument/2006/relationships/slide" Target="slides/slide11.xml"/><Relationship Id="rId30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51B26-2130-410B-AFF9-6349CBB740F7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DACFC3-D488-4052-830D-8EB56C5689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526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BE863-3822-E188-34A6-C6138F616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5455988-2CD8-88A7-E69D-5DEC52487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2914B30-482E-9F4A-89E4-5B696ECAC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接下來要學在傳統市場買菜（問價錢、斤兩、殺價、買肉買魚、付款）可以用到的句子，有問題就要直接問，如果有你想到的其它的狀況也要問你，之後要靠這個生存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C09EC1-5E9B-93CA-F226-F97BE26F2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6000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請給我一個袋子。 Deme una bolsa, por favor.</a:t>
            </a:r>
          </a:p>
          <a:p>
            <a:r>
              <a:t>- 可以幫我分開裝嗎？ ¿Puede ponerlo por separado?</a:t>
            </a:r>
          </a:p>
          <a:p>
            <a:r>
              <a:t>- 我可以先寄放東西嗎？ ¿Puedo dejar mis cosas aquí un momento?</a:t>
            </a:r>
          </a:p>
          <a:p>
            <a:r>
              <a:t>- 我等一下回來拿。 Vuelvo a recogerlo en un rato.</a:t>
            </a:r>
          </a:p>
          <a:p/>
          <a:p>
            <a:r>
              <a:t>袋子：bolsa / bag</a:t>
            </a:r>
          </a:p>
          <a:p>
            <a:r>
              <a:t>裝：embolsar / pack</a:t>
            </a:r>
          </a:p>
          <a:p>
            <a:r>
              <a:t>分開：por separado / separately</a:t>
            </a:r>
          </a:p>
          <a:p>
            <a:r>
              <a:t>寄放：dejar guardado / leave with someone</a:t>
            </a:r>
          </a:p>
          <a:p>
            <a:r>
              <a:t>回來：volver / come back</a:t>
            </a:r>
          </a:p>
          <a:p>
            <a:r>
              <a:t>拿：recoger / pick up</a:t>
            </a:r>
          </a:p>
          <a:p/>
          <a:p>
            <a:r>
              <a:t>- 請給我一個袋子。 Please give me a bag.</a:t>
            </a:r>
          </a:p>
          <a:p>
            <a:r>
              <a:t>- 可以幫我分開裝嗎？ Can you bag them separately?</a:t>
            </a:r>
          </a:p>
          <a:p>
            <a:r>
              <a:t>- 我可以先寄放東西嗎？ Can I leave my things here for a moment?</a:t>
            </a:r>
          </a:p>
          <a:p>
            <a:r>
              <a:t>- 我等一下回來拿。 I'll come back for it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9C481-B48B-49AF-9558-DE13EE538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FC8B319-BDA0-0C5F-4684-688D774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FCE9345-6DB9-6630-A32C-C6C7E27C7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這個菜叫什麼名字？ ¿Cómo se llama esta verdura?</a:t>
            </a:r>
          </a:p>
          <a:p>
            <a:r>
              <a:t>- 這個一斤多少錢？ ¿Cuánto cuesta una jin de esto?</a:t>
            </a:r>
          </a:p>
          <a:p>
            <a:r>
              <a:t>- 今天什麼菜最新鮮？ ¿Qué verdura está más fresca hoy?</a:t>
            </a:r>
          </a:p>
          <a:p>
            <a:r>
              <a:t>- 這個可以生吃嗎？ ¿Esto se puede comer crudo?</a:t>
            </a:r>
          </a:p>
          <a:p/>
          <a:p>
            <a:r>
              <a:t>市場：mercado / market</a:t>
            </a:r>
          </a:p>
          <a:p>
            <a:r>
              <a:t>青菜：verdura / greens</a:t>
            </a:r>
          </a:p>
          <a:p>
            <a:r>
              <a:t>水果：fruta / fruit</a:t>
            </a:r>
          </a:p>
          <a:p>
            <a:r>
              <a:t>新鮮：fresco / fresh</a:t>
            </a:r>
          </a:p>
          <a:p>
            <a:r>
              <a:t>一斤：una jin (600 g) / one jin (600 g)</a:t>
            </a:r>
          </a:p>
          <a:p>
            <a:r>
              <a:t>價錢：precio / price</a:t>
            </a:r>
          </a:p>
          <a:p/>
          <a:p>
            <a:r>
              <a:t>- 這個菜叫什麼名字？ What is this vegetable called?</a:t>
            </a:r>
          </a:p>
          <a:p>
            <a:r>
              <a:t>- 這個一斤多少錢？ How much is a jin of this?</a:t>
            </a:r>
          </a:p>
          <a:p>
            <a:r>
              <a:t>- 今天什麼菜最新鮮？ Which vegetable is the freshest today?</a:t>
            </a:r>
          </a:p>
          <a:p>
            <a:r>
              <a:t>- 這個可以生吃嗎？ Can this be eaten raw?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40C71E-61C0-D577-5299-AE1F9B6BB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561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38830-46E0-472E-6994-1B48B7BD2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2D3F1D0-EDA9-C887-9ACA-2E11041B8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C26030B-21D7-35E7-87D4-F6CE414C2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我要三斤番茄。 Quiero tres jin de tomates.</a:t>
            </a:r>
          </a:p>
          <a:p>
            <a:r>
              <a:t>- 少一點，半斤就好。 Un poco menos, media jin está bien.</a:t>
            </a:r>
          </a:p>
          <a:p>
            <a:r>
              <a:t>- 可以秤一下嗎？ ¿Me lo puede pesar?</a:t>
            </a:r>
          </a:p>
          <a:p>
            <a:r>
              <a:t>- 再多拿一點。 Póngame un poco más.</a:t>
            </a:r>
          </a:p>
          <a:p/>
          <a:p>
            <a:r>
              <a:t>秤：pesar / weigh</a:t>
            </a:r>
          </a:p>
          <a:p>
            <a:r>
              <a:t>半斤：media jin / half a jin</a:t>
            </a:r>
          </a:p>
          <a:p>
            <a:r>
              <a:t>番茄：tomate / tomato</a:t>
            </a:r>
          </a:p>
          <a:p>
            <a:r>
              <a:t>多一點：un poco más / a bit more</a:t>
            </a:r>
          </a:p>
          <a:p>
            <a:r>
              <a:t>少一點：un poco menos / a bit less</a:t>
            </a:r>
          </a:p>
          <a:p>
            <a:r>
              <a:t>夠了：es suficiente / enough</a:t>
            </a:r>
          </a:p>
          <a:p/>
          <a:p>
            <a:r>
              <a:t>- 我要三斤番茄。 I want three jin of tomatoes.</a:t>
            </a:r>
          </a:p>
          <a:p>
            <a:r>
              <a:t>- 少一點，半斤就好。 A bit less, half a jin is fine.</a:t>
            </a:r>
          </a:p>
          <a:p>
            <a:r>
              <a:t>- 可以秤一下嗎？ Can you weigh it?</a:t>
            </a:r>
          </a:p>
          <a:p>
            <a:r>
              <a:t>- 再多拿一點。 Add a little more, please.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2C1156-0FC7-52C7-934B-24AEF1AFD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7825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6DA69-4371-5762-2B43-6A736FFED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8EC0F3D-507F-BCFD-3E25-BB9F21474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EC285A7-2473-8AC0-0CC3-2BDF8D83E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可以算便宜一點嗎？ ¿Puede hacerme un descuento?</a:t>
            </a:r>
          </a:p>
          <a:p>
            <a:r>
              <a:t>- 買三袋可以算多少？ ¿Cuánto es si llevo tres bolsas?</a:t>
            </a:r>
          </a:p>
          <a:p>
            <a:r>
              <a:t>- 這個太貴了。 Esto es muy caro.</a:t>
            </a:r>
          </a:p>
          <a:p>
            <a:r>
              <a:t>- 可以送我一把蔥嗎？ ¿Me regala un manojo de cebollín?</a:t>
            </a:r>
          </a:p>
          <a:p/>
          <a:p>
            <a:r>
              <a:t>便宜：barato / cheap</a:t>
            </a:r>
          </a:p>
          <a:p>
            <a:r>
              <a:t>貴：caro / expensive</a:t>
            </a:r>
          </a:p>
          <a:p>
            <a:r>
              <a:t>算：cobrar / charge</a:t>
            </a:r>
          </a:p>
          <a:p>
            <a:r>
              <a:t>送：regalar / give for free</a:t>
            </a:r>
          </a:p>
          <a:p>
            <a:r>
              <a:t>蔥：cebollín / green onion</a:t>
            </a:r>
          </a:p>
          <a:p>
            <a:r>
              <a:t>一袋：una bolsa / one bag</a:t>
            </a:r>
          </a:p>
          <a:p/>
          <a:p>
            <a:r>
              <a:t>- 可以算便宜一點嗎？ Can you make it cheaper?</a:t>
            </a:r>
          </a:p>
          <a:p>
            <a:r>
              <a:t>- 買三袋可以算多少？ How much if I buy three bags?</a:t>
            </a:r>
          </a:p>
          <a:p>
            <a:r>
              <a:t>- 這個太貴了。 This is too expensive.</a:t>
            </a:r>
          </a:p>
          <a:p>
            <a:r>
              <a:t>- 可以送我一把蔥嗎？ Can you throw in a bunch of green onions?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B6B09C-D889-6C1C-B198-AC244133D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3846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2CEF8-7297-28B1-F347-F0F2CDD58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C8E1B2-1720-2CA3-DCE1-44A7C1E79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8BE216-B7BB-DD13-5FE6-514DC2BF0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我要買一斤豬肉。 Quiero una jin de carne de cerdo.</a:t>
            </a:r>
          </a:p>
          <a:p>
            <a:r>
              <a:t>- 請切成片。 Por favor, córtela en rebanadas.</a:t>
            </a:r>
          </a:p>
          <a:p>
            <a:r>
              <a:t>- 這條魚可以幫我處理嗎？ ¿Me puede limpiar este pescado?</a:t>
            </a:r>
          </a:p>
          <a:p>
            <a:r>
              <a:t>- 不要頭，謝謝。 Sin cabeza, gracias.</a:t>
            </a:r>
          </a:p>
          <a:p/>
          <a:p>
            <a:r>
              <a:t>豬肉：carne de cerdo / pork</a:t>
            </a:r>
          </a:p>
          <a:p>
            <a:r>
              <a:t>雞肉：pollo / chicken</a:t>
            </a:r>
          </a:p>
          <a:p>
            <a:r>
              <a:t>魚：pescado / fish</a:t>
            </a:r>
          </a:p>
          <a:p>
            <a:r>
              <a:t>切：cortar / cut</a:t>
            </a:r>
          </a:p>
          <a:p>
            <a:r>
              <a:t>肉片：rebanadas de carne / sliced meat</a:t>
            </a:r>
          </a:p>
          <a:p>
            <a:r>
              <a:t>處理：limpiar / prepare</a:t>
            </a:r>
          </a:p>
          <a:p/>
          <a:p>
            <a:r>
              <a:t>- 我要買一斤豬肉。 I want one jin of pork.</a:t>
            </a:r>
          </a:p>
          <a:p>
            <a:r>
              <a:t>- 請切成片。 Please slice it.</a:t>
            </a:r>
          </a:p>
          <a:p>
            <a:r>
              <a:t>- 這條魚可以幫我處理嗎？ Can you clean this fish for me?</a:t>
            </a:r>
          </a:p>
          <a:p>
            <a:r>
              <a:t>- 不要頭，謝謝。 No head, thanks.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75A0DD-459A-E9A1-F5DC-DD63A9991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3779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3735A-DAB9-A5A2-691A-2CB8714FE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C0F47FF-2089-AD6D-8C30-1B404A4C5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5DBFB97-9389-D7C4-4123-185CCF2D7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一共多少錢？ ¿Cuánto es en total?</a:t>
            </a:r>
          </a:p>
          <a:p>
            <a:r>
              <a:t>- 你們收信用卡嗎？ ¿Aceptan tarjeta de crédito?</a:t>
            </a:r>
          </a:p>
          <a:p>
            <a:r>
              <a:t>- 我只有一千塊，有零錢嗎？ Solo tengo mil, ¿tiene cambio?</a:t>
            </a:r>
          </a:p>
          <a:p>
            <a:r>
              <a:t>- 找錯錢了。 Me dio mal el cambio.</a:t>
            </a:r>
          </a:p>
          <a:p/>
          <a:p>
            <a:r>
              <a:t>一共：en total / in total</a:t>
            </a:r>
          </a:p>
          <a:p>
            <a:r>
              <a:t>現金：efectivo / cash</a:t>
            </a:r>
          </a:p>
          <a:p>
            <a:r>
              <a:t>找錢：dar cambio / give change</a:t>
            </a:r>
          </a:p>
          <a:p>
            <a:r>
              <a:t>零錢：monedas / small change</a:t>
            </a:r>
          </a:p>
          <a:p>
            <a:r>
              <a:t>信用卡：tarjeta de crédito / credit card</a:t>
            </a:r>
          </a:p>
          <a:p>
            <a:r>
              <a:t>發票：factura / receipt</a:t>
            </a:r>
          </a:p>
          <a:p/>
          <a:p>
            <a:r>
              <a:t>- 一共多少錢？ How much is it in total?</a:t>
            </a:r>
          </a:p>
          <a:p>
            <a:r>
              <a:t>- 你們收信用卡嗎？ Do you accept credit cards?</a:t>
            </a:r>
          </a:p>
          <a:p>
            <a:r>
              <a:t>- 我只有一千塊，有零錢嗎？ I only have 1,000. Do you have change?</a:t>
            </a:r>
          </a:p>
          <a:p>
            <a:r>
              <a:t>- 找錯錢了。 You gave me the wrong change.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F3B2C2-1125-E094-4EA6-9D2CA8030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0358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62E0D-4B0F-E6E2-50FA-FA67560F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11C4A38-C9DA-8F5C-5F92-2BE5B1BC4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ECBB7AF-3D8D-EDAB-9A79-9C77C0CD6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番茄：tomate / tomato  ///  新鮮：fresco / fresh  ///  貴：caro / expensive</a:t>
            </a:r>
          </a:p>
          <a:p>
            <a:r>
              <a:t>便宜：barato / cheap  ///  送：regalar / give for free  ///  蔥：cebollín / green onion</a:t>
            </a:r>
          </a:p>
          <a:p>
            <a:r>
              <a:t>秤：pesar / weigh</a:t>
            </a:r>
          </a:p>
          <a:p/>
          <a:p>
            <a:r>
              <a:t>旅客：老闆，這個番茄一斤多少？</a:t>
            </a:r>
          </a:p>
          <a:p>
            <a:r>
              <a:t>老闆：一斤四十，很新鮮。</a:t>
            </a:r>
          </a:p>
          <a:p>
            <a:r>
              <a:t>旅客：太貴了，可以便宜一點嗎？</a:t>
            </a:r>
          </a:p>
          <a:p>
            <a:r>
              <a:t>老闆：好啦，我再送你一把蔥。</a:t>
            </a:r>
          </a:p>
          <a:p>
            <a:r>
              <a:t>旅客：謝謝，我要買兩斤。</a:t>
            </a:r>
          </a:p>
          <a:p>
            <a:r>
              <a:t>老闆：好，我幫你秤。</a:t>
            </a:r>
          </a:p>
          <a:p/>
          <a:p>
            <a:r>
              <a:t>Viajero: Jefe, ¿cuánto cuesta una jin de tomate?</a:t>
            </a:r>
          </a:p>
          <a:p>
            <a:r>
              <a:t>Vendedor: Cuarenta la jin, está muy fresco.</a:t>
            </a:r>
          </a:p>
          <a:p>
            <a:r>
              <a:t>Viajero: Es muy caro, ¿puede hacerlo más barato?</a:t>
            </a:r>
          </a:p>
          <a:p>
            <a:r>
              <a:t>Vendedor: Bueno, le regalo un manojo de cebollín.</a:t>
            </a:r>
          </a:p>
          <a:p>
            <a:r>
              <a:t>Viajero: Gracias, quiero dos jin.</a:t>
            </a:r>
          </a:p>
          <a:p>
            <a:r>
              <a:t>Vendedor: Bien, se lo peso.</a:t>
            </a:r>
          </a:p>
          <a:p/>
          <a:p>
            <a:r>
              <a:t>Traveler: Boss, how much is a jin of tomatoes?</a:t>
            </a:r>
          </a:p>
          <a:p>
            <a:r>
              <a:t>Vendor: Forty a jin, very fresh.</a:t>
            </a:r>
          </a:p>
          <a:p>
            <a:r>
              <a:t>Traveler: Too expensive, can you make it cheaper?</a:t>
            </a:r>
          </a:p>
          <a:p>
            <a:r>
              <a:t>Vendor: Okay, I will add a bunch of green onions.</a:t>
            </a:r>
          </a:p>
          <a:p>
            <a:r>
              <a:t>Traveler: Thanks, I want two jin.</a:t>
            </a:r>
          </a:p>
          <a:p>
            <a:r>
              <a:t>Vendor: Okay, I will weigh it.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D396BC-98F4-9A9B-B680-030DA8746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0180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991F5-B7C9-4EAB-8E94-307A4A38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BF8D44C-6C05-9742-7C12-C4D07321E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EAA4116-C8AB-C1C6-E4E6-E1306EE97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正確順序（填數字）：1 → 6 → 2 → 3 → 5 → 4</a:t>
            </a:r>
          </a:p>
          <a:p/>
          <a:p>
            <a:r>
              <a:t>旅客：老闆，這個青菜一斤多少？</a:t>
            </a:r>
          </a:p>
          <a:p>
            <a:r>
              <a:t>老闆：一斤三十。</a:t>
            </a:r>
          </a:p>
          <a:p>
            <a:r>
              <a:t>旅客：我要兩斤。</a:t>
            </a:r>
          </a:p>
          <a:p>
            <a:r>
              <a:t>老闆：好，我幫你秤。</a:t>
            </a:r>
          </a:p>
          <a:p>
            <a:r>
              <a:t>旅客：一共多少錢？</a:t>
            </a:r>
          </a:p>
          <a:p>
            <a:r>
              <a:t>老闆：六十塊。</a:t>
            </a:r>
          </a:p>
          <a:p/>
          <a:p>
            <a:r>
              <a:t>Viajero: Jefe, ¿cuánto cuesta una jin de esta verdura?</a:t>
            </a:r>
          </a:p>
          <a:p>
            <a:r>
              <a:t>Vendedor: Treinta la jin.</a:t>
            </a:r>
          </a:p>
          <a:p>
            <a:r>
              <a:t>Viajero: Quiero dos jin.</a:t>
            </a:r>
          </a:p>
          <a:p>
            <a:r>
              <a:t>Vendedor: Bien, se las peso.</a:t>
            </a:r>
          </a:p>
          <a:p>
            <a:r>
              <a:t>Viajero: ¿Cuánto es en total?</a:t>
            </a:r>
          </a:p>
          <a:p>
            <a:r>
              <a:t>Vendedor: Sesenta dólares.</a:t>
            </a:r>
          </a:p>
          <a:p/>
          <a:p>
            <a:r>
              <a:t>Traveler: Boss, how much is a jin of this vegetable?</a:t>
            </a:r>
          </a:p>
          <a:p>
            <a:r>
              <a:t>Vendor: Thirty a jin.</a:t>
            </a:r>
          </a:p>
          <a:p>
            <a:r>
              <a:t>Traveler: I want two jin.</a:t>
            </a:r>
          </a:p>
          <a:p>
            <a:r>
              <a:t>Vendor: OK, I will weigh it.</a:t>
            </a:r>
          </a:p>
          <a:p>
            <a:r>
              <a:t>Traveler: How much in total?</a:t>
            </a:r>
          </a:p>
          <a:p>
            <a:r>
              <a:t>Vendor: Sixty dollars.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BA323B-1DB6-3096-060E-4F15D9909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6451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81C1D-85BC-90D4-29B4-0E71FC1F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CD83BA7-F727-B5A7-684F-4946E6435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092D9A6-F4C1-5CD7-B567-BD05AA4CA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角色扮演提示：殺價 / 買肉 / 付錢</a:t>
            </a:r>
          </a:p>
          <a:p>
            <a:r>
              <a:t>你去過市場嗎？ ¿Has ido al mercado?</a:t>
            </a:r>
          </a:p>
          <a:p>
            <a:r>
              <a:t>你常買什麼菜？ ¿Qué verduras compras seguido?</a:t>
            </a:r>
          </a:p>
          <a:p>
            <a:r>
              <a:t>一斤多少錢？ ¿Cuánto cuesta una jin?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1E3B6D-FF5F-5683-1D2A-EC9D59E6E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08923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豬肉：carne de cerdo / pork  ///  肉片：rebanadas de carne / sliced meat  ///  魚：pescado / fish</a:t>
            </a:r>
          </a:p>
          <a:p>
            <a:r>
              <a:t>處理：limpiar / prepare  ///  零錢：monedas / small change  ///  找錢：dar cambio / give change</a:t>
            </a:r>
          </a:p>
          <a:p/>
          <a:p>
            <a:r>
              <a:t>旅客：我要一斤豬肉，切成肉片。</a:t>
            </a:r>
          </a:p>
          <a:p>
            <a:r>
              <a:t>老闆：好，還要別的嗎？</a:t>
            </a:r>
          </a:p>
          <a:p>
            <a:r>
              <a:t>旅客：這條魚幫我處理一下。</a:t>
            </a:r>
          </a:p>
          <a:p>
            <a:r>
              <a:t>老闆：沒問題。一共三百二。</a:t>
            </a:r>
          </a:p>
          <a:p>
            <a:r>
              <a:t>旅客：我有一千塊，有零錢嗎？</a:t>
            </a:r>
          </a:p>
          <a:p>
            <a:r>
              <a:t>老闆：有，我來找錢。</a:t>
            </a:r>
          </a:p>
          <a:p/>
          <a:p>
            <a:r>
              <a:t>Viajero: Quiero una jin de cerdo en rebanadas.</a:t>
            </a:r>
          </a:p>
          <a:p>
            <a:r>
              <a:t>Vendedor: Bien, ¿algo más?</a:t>
            </a:r>
          </a:p>
          <a:p>
            <a:r>
              <a:t>Viajero: Límpieme este pescado, por favor.</a:t>
            </a:r>
          </a:p>
          <a:p>
            <a:r>
              <a:t>Vendedor: Claro. Son trescientos veinte en total.</a:t>
            </a:r>
          </a:p>
          <a:p>
            <a:r>
              <a:t>Viajero: Tengo mil, ¿tiene cambio?</a:t>
            </a:r>
          </a:p>
          <a:p>
            <a:r>
              <a:t>Vendedor: Sí, le doy el cambio.</a:t>
            </a:r>
          </a:p>
          <a:p/>
          <a:p>
            <a:r>
              <a:t>Traveler: I want a jin of pork, sliced.</a:t>
            </a:r>
          </a:p>
          <a:p>
            <a:r>
              <a:t>Vendor: OK, anything else?</a:t>
            </a:r>
          </a:p>
          <a:p>
            <a:r>
              <a:t>Traveler: Please prepare this fish for me.</a:t>
            </a:r>
          </a:p>
          <a:p>
            <a:r>
              <a:t>Vendor: No problem. NT$320 in total.</a:t>
            </a:r>
          </a:p>
          <a:p>
            <a:r>
              <a:t>Traveler: I have 1,000. Do you have change?</a:t>
            </a:r>
          </a:p>
          <a:p>
            <a:r>
              <a:t>Vendor: Yes, I will give you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正確順序（填數字）：5 → 3 → 1 → 4 → 6 → 2</a:t>
            </a:r>
          </a:p>
          <a:p/>
          <a:p>
            <a:r>
              <a:t>旅客：這個水果太貴了。</a:t>
            </a:r>
          </a:p>
          <a:p>
            <a:r>
              <a:t>老闆：那我算你便宜一點。</a:t>
            </a:r>
          </a:p>
          <a:p>
            <a:r>
              <a:t>旅客：買三袋可以算多少？</a:t>
            </a:r>
          </a:p>
          <a:p>
            <a:r>
              <a:t>老闆：一百五，再送你一袋。</a:t>
            </a:r>
          </a:p>
          <a:p>
            <a:r>
              <a:t>旅客：真的嗎？謝謝老闆！</a:t>
            </a:r>
          </a:p>
          <a:p>
            <a:r>
              <a:t>老闆：不客氣，明天再來。</a:t>
            </a:r>
          </a:p>
          <a:p/>
          <a:p>
            <a:r>
              <a:t>Viajero: Esta fruta es muy cara.</a:t>
            </a:r>
          </a:p>
          <a:p>
            <a:r>
              <a:t>Vendedor: Le hago un descuento.</a:t>
            </a:r>
          </a:p>
          <a:p>
            <a:r>
              <a:t>Viajero: ¿Cuánto es si llevo tres bolsas?</a:t>
            </a:r>
          </a:p>
          <a:p>
            <a:r>
              <a:t>Vendedor: Ciento cincuenta, y le regalo otra bolsa.</a:t>
            </a:r>
          </a:p>
          <a:p>
            <a:r>
              <a:t>Viajero: ¿De verdad? ¡Gracias, jefe!</a:t>
            </a:r>
          </a:p>
          <a:p>
            <a:r>
              <a:t>Vendedor: De nada, vuelva mañana.</a:t>
            </a:r>
          </a:p>
          <a:p/>
          <a:p>
            <a:r>
              <a:t>Traveler: This fruit is too expensive.</a:t>
            </a:r>
          </a:p>
          <a:p>
            <a:r>
              <a:t>Vendor: Then I will give you a discount.</a:t>
            </a:r>
          </a:p>
          <a:p>
            <a:r>
              <a:t>Traveler: How much for three bags?</a:t>
            </a:r>
          </a:p>
          <a:p>
            <a:r>
              <a:t>Vendor: NT$150, and I will give you one more bag.</a:t>
            </a:r>
          </a:p>
          <a:p>
            <a:r>
              <a:t>Traveler: Really? Thank you, boss!</a:t>
            </a:r>
          </a:p>
          <a:p>
            <a:r>
              <a:t>Vendor: You are welcome, come again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正確順序（填數字）：4 → 3 → 6 → 2 → 8 → 7 → 1 → 5</a:t>
            </a:r>
          </a:p>
          <a:p/>
          <a:p>
            <a:r>
              <a:t>旅客：老闆，一共多少錢？</a:t>
            </a:r>
          </a:p>
          <a:p>
            <a:r>
              <a:t>老闆：三百二十塊。</a:t>
            </a:r>
          </a:p>
          <a:p>
            <a:r>
              <a:t>旅客：我只有一千塊，有零錢嗎？</a:t>
            </a:r>
          </a:p>
          <a:p>
            <a:r>
              <a:t>老闆：有，找你六百八。</a:t>
            </a:r>
          </a:p>
          <a:p>
            <a:r>
              <a:t>旅客：好像找錯錢了。</a:t>
            </a:r>
          </a:p>
          <a:p>
            <a:r>
              <a:t>老闆：不好意思，我再算一次。</a:t>
            </a:r>
          </a:p>
          <a:p>
            <a:r>
              <a:t>旅客：請給我一個袋子。</a:t>
            </a:r>
          </a:p>
          <a:p>
            <a:r>
              <a:t>老闆：好，幫你分開裝。</a:t>
            </a:r>
          </a:p>
          <a:p/>
          <a:p>
            <a:r>
              <a:t>Viajero: Jefe, ¿cuánto es en total?</a:t>
            </a:r>
          </a:p>
          <a:p>
            <a:r>
              <a:t>Vendedor: Trescientos veinte.</a:t>
            </a:r>
          </a:p>
          <a:p>
            <a:r>
              <a:t>Viajero: Solo tengo mil, ¿tiene cambio?</a:t>
            </a:r>
          </a:p>
          <a:p>
            <a:r>
              <a:t>Vendedor: Sí, le doy seiscientos ochenta.</a:t>
            </a:r>
          </a:p>
          <a:p>
            <a:r>
              <a:t>Viajero: Creo que me dio mal el cambio.</a:t>
            </a:r>
          </a:p>
          <a:p>
            <a:r>
              <a:t>Vendedor: Disculpe, lo calculo otra vez.</a:t>
            </a:r>
          </a:p>
          <a:p>
            <a:r>
              <a:t>Viajero: Deme una bolsa, por favor.</a:t>
            </a:r>
          </a:p>
          <a:p>
            <a:r>
              <a:t>Vendedor: Bien, se lo pongo por separado.</a:t>
            </a:r>
          </a:p>
          <a:p/>
          <a:p>
            <a:r>
              <a:t>Traveler: Boss, how much in total?</a:t>
            </a:r>
          </a:p>
          <a:p>
            <a:r>
              <a:t>Vendor: NT$320.</a:t>
            </a:r>
          </a:p>
          <a:p>
            <a:r>
              <a:t>Traveler: I only have 1,000. Do you have change?</a:t>
            </a:r>
          </a:p>
          <a:p>
            <a:r>
              <a:t>Vendor: Yes, here is 680 back.</a:t>
            </a:r>
          </a:p>
          <a:p>
            <a:r>
              <a:t>Traveler: I think the change is wrong.</a:t>
            </a:r>
          </a:p>
          <a:p>
            <a:r>
              <a:t>Vendor: Sorry, let me calculate again.</a:t>
            </a:r>
          </a:p>
          <a:p>
            <a:r>
              <a:t>Traveler: Please give me a bag.</a:t>
            </a:r>
          </a:p>
          <a:p>
            <a:r>
              <a:t>Vendor: OK, I will bag them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80B68F-12C4-4572-87D8-E6E622548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A6882F5-AAB7-49FF-9ABA-838462E04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C4B99D-A51F-4EFC-AA00-08CE1813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B97DFB-E329-4F7F-BE10-239C93C7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C48329-9BF7-457F-A130-8FC6F503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774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10088C-485F-42EF-8030-FAB03EDE6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45A13D-823A-4811-B423-CE717B9FA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960075-53C3-468B-8C07-5972A0049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D2AF9E-28E5-4A4B-AD70-B41367DD5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E8152B-A8D6-442B-BC46-4C9E6FE7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4744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B4A36-CFE7-4936-AACF-E5BF47029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C2CA58-680A-44F0-BB09-801C1CB23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4EDE07-6323-4114-AA2B-D4B8F87BA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6F603B-C3B7-4921-A0BC-230179EF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9BA487-AD61-4121-AF00-5BA596154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2676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3841ED-AC93-49BA-B5DC-A7F9105E0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08F0C5-D41A-41B6-BA13-DFB38933F1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4C79E9-BE33-4F57-B652-70F39E878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B29FCD-713F-470F-9368-FA4891567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A0BCF2-BE85-4D1A-8E39-2F9EF8795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CD35EE1-0606-4378-9188-3789616EA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0806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7AD922-A4A5-4CBE-9742-29EF16E45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2E76D1-F989-4D3E-B963-CEEC8556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E5CBB8-D90C-462C-97CA-3D94D95D4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AFF5289-7BF8-41C8-9B5A-A635430E2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8F20A36-B54E-4BC9-8EC3-DF9F16278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23D5F22-2172-41DA-A3A0-1B18937F1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A8BEF55-C700-4C50-BD36-CAA18C5F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1DFD891-1391-4C7F-B737-A4BC5C7DA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34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332301-1CCA-481F-AE4D-557B981BE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2EEB2B1-B881-47CA-ABD6-698B03C0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7F37B4C-B049-48D9-BF03-A11BE409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B41792B-1FFB-4168-B98C-E206688E3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01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7E8E902-CFD7-4A46-9C82-9140EDA39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27E0CB-8A5E-4B77-8E34-B5210B20F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21A269-7B59-4290-A961-1AAD06809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265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B581A4-D35C-4C38-8046-0C96816C9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22C02A-18D7-487C-A20E-B2CE46CE7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12547E9-33D9-4D74-94F9-E8577816F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490CA51-29FD-4CAB-A358-1E97B27A2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D68A19-DC5E-476A-ADDD-EEE4D8087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9792A5-D6C6-42C0-88B5-B741D8A9E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7882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E1ECDC-C009-4B6D-BB83-FAAD45193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E44EE84-50C8-45E1-8E78-D187FF357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E11EA73-72C8-4160-B959-0B8F43562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DED110-3341-46D5-9953-84F97C9BE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E14FE7-AFA4-4160-975F-A1D7ACB0F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F0571B-7ECC-4128-B396-F594599F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1272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86D4B2-A1A1-4648-9523-7BDC2C8D9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BCE9A16-B435-4B5D-B119-872F72509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034519-4A88-4E15-BED0-2860252B9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199377-B691-4DBC-8CB9-AED86CD36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6E36CE-ACAC-4E74-8AA8-E005AF25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3613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950E7EB-8631-4F40-8298-9F3665882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A9E4D74-F947-48F0-815A-9FB1743FA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B69679-EA51-4C48-B0F1-0DB8B98B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69F74E-9273-47E1-B33F-A7E04EF4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1E08EE-758A-4B1C-AF00-1D583671E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6777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B4FE16E-A493-4AA2-B063-D815802E2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ACEBE22-CDE3-4AC2-B295-CCF423F22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DCA366-607E-4525-A73E-59F439F43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B70584-D3B4-48AC-9081-C3BC0EE24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852FDA-A01E-43BB-B7EC-3D7DE828C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219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46689-9EF7-CDA4-7C12-CEA82748F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3CEBB10-835E-6B4B-CEF3-A480DBDBE465}"/>
              </a:ext>
            </a:extLst>
          </p:cNvPr>
          <p:cNvSpPr txBox="1"/>
          <p:nvPr/>
        </p:nvSpPr>
        <p:spPr>
          <a:xfrm>
            <a:off x="203200" y="152400"/>
            <a:ext cx="158496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32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0469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B9C42-E8A3-4CB9-5596-E3C8381C2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527C1910-22F4-E51F-1DAF-D8D83F905992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7504D1A-4670-15B1-2329-0072B7E17C03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市场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mercado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青菜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verdura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水果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fruta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新鲜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fresco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一斤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una jin (600 g)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价钱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precio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例：旅客指著攤位上的青菜問老闆價錢</a:t>
            </a:r>
          </a:p>
        </p:txBody>
      </p:sp>
    </p:spTree>
    <p:extLst>
      <p:ext uri="{BB962C8B-B14F-4D97-AF65-F5344CB8AC3E}">
        <p14:creationId xmlns:p14="http://schemas.microsoft.com/office/powerpoint/2010/main" val="1159572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90E35-8F19-F718-1AA9-4EF2FAA0C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4F61F47-5B0C-E4C6-67C6-E8D27469E460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19AC89B-A9FB-7A0A-CBC5-195FA6A0EFF7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秤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pesar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半斤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media jin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番茄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tomate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多一点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un poco más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少一点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un poco menos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够了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es suficiente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例：旅客看著老闆用秤秤番茄</a:t>
            </a:r>
          </a:p>
        </p:txBody>
      </p:sp>
    </p:spTree>
    <p:extLst>
      <p:ext uri="{BB962C8B-B14F-4D97-AF65-F5344CB8AC3E}">
        <p14:creationId xmlns:p14="http://schemas.microsoft.com/office/powerpoint/2010/main" val="743593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5A9DC-A444-ABBE-9ACE-D32F76787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E7EB5E7-3673-BF95-8BC1-67A0DF7D69A1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4378376-3E69-D628-1F84-38CC7677DA22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便宜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barato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贵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caro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算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cobrar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送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regalar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葱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cebollín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一袋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una bolsa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例：旅客笑著跟老闆講價，老闆比著手勢</a:t>
            </a:r>
          </a:p>
        </p:txBody>
      </p:sp>
    </p:spTree>
    <p:extLst>
      <p:ext uri="{BB962C8B-B14F-4D97-AF65-F5344CB8AC3E}">
        <p14:creationId xmlns:p14="http://schemas.microsoft.com/office/powerpoint/2010/main" val="965191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B3121-1F65-4908-0D16-CF0AA2F18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C19E1CA-BF4D-12B6-8CFB-F0265A028420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D834EC5-6CB4-F25C-D21F-0F0100739141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猪肉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carne de cerdo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鸡肉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pollo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鱼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pescado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切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cortar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肉片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rebanadas de carne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处理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limpiar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例：旅客在肉攤前，老闆正在切肉</a:t>
            </a:r>
          </a:p>
        </p:txBody>
      </p:sp>
    </p:spTree>
    <p:extLst>
      <p:ext uri="{BB962C8B-B14F-4D97-AF65-F5344CB8AC3E}">
        <p14:creationId xmlns:p14="http://schemas.microsoft.com/office/powerpoint/2010/main" val="2261242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E0EE-F94B-C87E-6079-51D6E2AE7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C80B5A8-6FF1-CCA5-A41B-3D69790D03DE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4873663-93C2-3DAF-EABE-9738762283CC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一共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en total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现金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efectivo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找钱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dar cambio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零钱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monedas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信用卡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tarjeta de crédito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发票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factura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例：旅客拿現金給老闆，老闆正在找錢</a:t>
            </a:r>
          </a:p>
        </p:txBody>
      </p:sp>
    </p:spTree>
    <p:extLst>
      <p:ext uri="{BB962C8B-B14F-4D97-AF65-F5344CB8AC3E}">
        <p14:creationId xmlns:p14="http://schemas.microsoft.com/office/powerpoint/2010/main" val="1908560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E0EE-F94B-C87E-6079-51D6E2AE7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C80B5A8-6FF1-CCA5-A41B-3D69790D03DE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4873663-93C2-3DAF-EABE-9738762283CC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袋子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bolsa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装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embolsar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分开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por separado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寄放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dejar guardado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回来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volver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拿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recoger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例：旅客提著一袋袋的菜，把東西寄放在攤位旁</a:t>
            </a:r>
          </a:p>
        </p:txBody>
      </p:sp>
    </p:spTree>
    <p:extLst>
      <p:ext uri="{BB962C8B-B14F-4D97-AF65-F5344CB8AC3E}">
        <p14:creationId xmlns:p14="http://schemas.microsoft.com/office/powerpoint/2010/main" val="1908560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52BE9-822E-59B8-B184-9663C0A6F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2FFF326D-31FE-6DAA-7EAC-1C3C848871AD}"/>
              </a:ext>
            </a:extLst>
          </p:cNvPr>
          <p:cNvSpPr txBox="1"/>
          <p:nvPr/>
        </p:nvSpPr>
        <p:spPr>
          <a:xfrm>
            <a:off x="127000" y="1981200"/>
            <a:ext cx="16002000" cy="7059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旅客：老板，这个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一斤多少？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老板：一斤四十，很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旅客：太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了，可以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一点吗？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老板：好啦，我再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你一把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旅客：谢谢，我要买两斤。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老板：好，我帮你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44F0EE-3A2E-E804-C414-7B6A81C88036}"/>
              </a:ext>
            </a:extLst>
          </p:cNvPr>
          <p:cNvSpPr txBox="1"/>
          <p:nvPr/>
        </p:nvSpPr>
        <p:spPr>
          <a:xfrm>
            <a:off x="126999" y="103150"/>
            <a:ext cx="16002000" cy="1828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新鲜  番茄  贵  葱  秤  送  便宜</a:t>
            </a:r>
            <a:endParaRPr lang="zh-TW" altLang="en-US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C386B6C-B744-337D-88CE-C423B57F4284}"/>
              </a:ext>
            </a:extLst>
          </p:cNvPr>
          <p:cNvSpPr txBox="1"/>
          <p:nvPr/>
        </p:nvSpPr>
        <p:spPr>
          <a:xfrm>
            <a:off x="12200000" y="6019801"/>
            <a:ext cx="39000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7986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52BE9-822E-59B8-B184-9663C0A6F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2FFF326D-31FE-6DAA-7EAC-1C3C848871AD}"/>
              </a:ext>
            </a:extLst>
          </p:cNvPr>
          <p:cNvSpPr txBox="1"/>
          <p:nvPr/>
        </p:nvSpPr>
        <p:spPr>
          <a:xfrm>
            <a:off x="127000" y="1981200"/>
            <a:ext cx="16002000" cy="7059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旅客：我要一斤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，切成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老板：好，还要别的吗？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旅客：这条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帮我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一下。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老板：没问题。一共三百二。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旅客：我有一千块，有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吗？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老板：有，我来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44F0EE-3A2E-E804-C414-7B6A81C88036}"/>
              </a:ext>
            </a:extLst>
          </p:cNvPr>
          <p:cNvSpPr txBox="1"/>
          <p:nvPr/>
        </p:nvSpPr>
        <p:spPr>
          <a:xfrm>
            <a:off x="126999" y="103150"/>
            <a:ext cx="16002000" cy="1828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鱼  猪肉  肉片  找钱  零钱  处理</a:t>
            </a:r>
            <a:endParaRPr lang="zh-TW" altLang="en-US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C386B6C-B744-337D-88CE-C423B57F4284}"/>
              </a:ext>
            </a:extLst>
          </p:cNvPr>
          <p:cNvSpPr txBox="1"/>
          <p:nvPr/>
        </p:nvSpPr>
        <p:spPr>
          <a:xfrm>
            <a:off x="12200000" y="6019801"/>
            <a:ext cx="39000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7986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4421827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5.旅客：一共多少钱？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1.旅客：老板，这个青菜一斤多少？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3292766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4.老板：六十块。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2230781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3.老板：好，我帮你秤。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1189244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2.旅客：我要两斤。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5538023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6.老板：一斤三十。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1132443" y="6650000"/>
            <a:ext cx="4648200" cy="240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4421827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5.旅客：这个水果太贵了。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1.旅客：买三袋可以算多少？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3292766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4.老板：一百五，再送你一袋。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2230781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3.老板：那我算你便宜一点。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1189244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2.老板：不客气，明天再来。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5538023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6.旅客：真的吗？谢谢老板！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1132443" y="6650000"/>
            <a:ext cx="4648200" cy="240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653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7.老板：不好意思，我再算一次。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1.旅客：请给我一个袋子。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546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6.旅客：我只有一千块，有零钱吗？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439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5.老板：好，帮你分开装。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332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4.旅客：老板，一共多少钱？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760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8.旅客：好像找错钱了。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2200000" y="6002520"/>
            <a:ext cx="39000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13" name="文字方塊 1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2.老板：有，找你六百八。</a:t>
            </a:r>
          </a:p>
        </p:txBody>
      </p:sp>
      <p:sp>
        <p:nvSpPr>
          <p:cNvPr id="14" name="文字方塊 14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225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3.老板：三百二十块。</a:t>
            </a: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4421827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3292766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2230781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1189244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5538023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1132443" y="6002520"/>
            <a:ext cx="46482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3B86557-6F1F-BB9E-50AF-624180ADD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1F1C2D2D-8412-C612-D4D8-BF9AC6614875}"/>
              </a:ext>
            </a:extLst>
          </p:cNvPr>
          <p:cNvSpPr txBox="1"/>
          <p:nvPr/>
        </p:nvSpPr>
        <p:spPr>
          <a:xfrm>
            <a:off x="203200" y="152400"/>
            <a:ext cx="158496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你去过市场吗</a:t>
            </a:r>
            <a:r>
              <a:rPr lang="en-US" altLang="zh-TW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?</a:t>
            </a: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你常买什么菜</a:t>
            </a:r>
            <a:r>
              <a:rPr lang="en-US" altLang="zh-TW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?</a:t>
            </a: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一斤多少钱</a:t>
            </a:r>
            <a:r>
              <a:rPr lang="en-US" altLang="zh-TW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?</a:t>
            </a: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杀价</a:t>
            </a:r>
            <a:endParaRPr lang="en-US" altLang="zh-TW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买肉</a:t>
            </a:r>
            <a:endParaRPr lang="en-US" altLang="zh-TW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付钱</a:t>
            </a:r>
            <a:endParaRPr lang="en-US" altLang="zh-TW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5268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2361</TotalTime>
  <Words>3757</Words>
  <Application>Microsoft Office PowerPoint</Application>
  <PresentationFormat>自訂</PresentationFormat>
  <Paragraphs>280</Paragraphs>
  <Slides>19</Slides>
  <Notes>19</Notes>
  <HiddenSlides>4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6" baseType="lpstr">
      <vt:lpstr>GoodTeacher 正楷拼音</vt:lpstr>
      <vt:lpstr>標楷體</vt:lpstr>
      <vt:lpstr>澳聲通拼音庫楷-繁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家斌 王</cp:lastModifiedBy>
  <cp:revision>143</cp:revision>
  <dcterms:created xsi:type="dcterms:W3CDTF">2006-08-16T00:00:00Z</dcterms:created>
  <dcterms:modified xsi:type="dcterms:W3CDTF">2026-10-16T00:28:14Z</dcterms:modified>
</cp:coreProperties>
</file>