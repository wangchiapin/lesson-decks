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1005" r:id="rId2"/>
    <p:sldId id="1130" r:id="rId12"/>
    <p:sldId id="1132" r:id="rId13"/>
    <p:sldId id="1133" r:id="rId14"/>
    <p:sldId id="1134" r:id="rId15"/>
    <p:sldId id="1131" r:id="rId16"/>
    <p:sldId id="1139" r:id="rId30"/>
    <p:sldId id="1102" r:id="rId18"/>
    <p:sldId id="1135" r:id="rId26"/>
    <p:sldId id="1117" r:id="rId19"/>
    <p:sldId id="1138" r:id="rId29"/>
    <p:sldId id="1137" r:id="rId28"/>
    <p:sldId id="1136" r:id="rId27"/>
    <p:sldId id="1007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78167" autoAdjust="0"/>
  </p:normalViewPr>
  <p:slideViewPr>
    <p:cSldViewPr>
      <p:cViewPr varScale="1">
        <p:scale>
          <a:sx n="56" d="100"/>
          <a:sy n="56" d="100"/>
        </p:scale>
        <p:origin x="104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8" Type="http://schemas.openxmlformats.org/officeDocument/2006/relationships/slide" Target="slides/slide8.xml"/><Relationship Id="rId19" Type="http://schemas.openxmlformats.org/officeDocument/2006/relationships/slide" Target="slides/slide10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9.xml"/><Relationship Id="rId27" Type="http://schemas.openxmlformats.org/officeDocument/2006/relationships/slide" Target="slides/slide13.xml"/><Relationship Id="rId28" Type="http://schemas.openxmlformats.org/officeDocument/2006/relationships/slide" Target="slides/slide12.xml"/><Relationship Id="rId29" Type="http://schemas.openxmlformats.org/officeDocument/2006/relationships/slide" Target="slides/slide11.xml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51B26-2130-410B-AFF9-6349CBB740F7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ACFC3-D488-4052-830D-8EB56C5689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52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E863-3822-E188-34A6-C6138F61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5455988-2CD8-88A7-E69D-5DEC52487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914B30-482E-9F4A-89E4-5B696ECAC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接下來要學在電影院和KTV（買票、選座位、點餐、訂包廂、點歌、結帳）可以用到的句子，有問題就要直接問，如果有你想到的其它的狀況也要問你，之後要靠這個生存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C09EC1-5E9B-93CA-F226-F97BE26F2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000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請幫我們結帳。 Nos cobra, por favor.</a:t>
            </a:r>
          </a:p>
          <a:p>
            <a:r>
              <a:t>- 可以再延長一小時嗎？ ¿Podemos extender una hora más?</a:t>
            </a:r>
          </a:p>
          <a:p>
            <a:r>
              <a:t>- 總共多少錢？ ¿Cuánto es en total?</a:t>
            </a:r>
          </a:p>
          <a:p>
            <a:r>
              <a:t>- 可以分開付嗎？ ¿Podemos pagar por separado?</a:t>
            </a:r>
          </a:p>
          <a:p/>
          <a:p>
            <a:r>
              <a:t>結帳：pagar la cuenta / check out</a:t>
            </a:r>
          </a:p>
          <a:p>
            <a:r>
              <a:t>延長：extender / extend</a:t>
            </a:r>
          </a:p>
          <a:p>
            <a:r>
              <a:t>總共：en total / in total</a:t>
            </a:r>
          </a:p>
          <a:p>
            <a:r>
              <a:t>分開付：pagar por separado / pay separately</a:t>
            </a:r>
          </a:p>
          <a:p>
            <a:r>
              <a:t>刷卡：pagar con tarjeta / pay by card</a:t>
            </a:r>
          </a:p>
          <a:p>
            <a:r>
              <a:t>發票：factura / receipt</a:t>
            </a:r>
          </a:p>
          <a:p/>
          <a:p>
            <a:r>
              <a:t>- 請幫我們結帳。 Check, please.</a:t>
            </a:r>
          </a:p>
          <a:p>
            <a:r>
              <a:t>- 可以再延長一小時嗎？ Can we extend by one more hour?</a:t>
            </a:r>
          </a:p>
          <a:p>
            <a:r>
              <a:t>- 總共多少錢？ How much is it in total?</a:t>
            </a:r>
          </a:p>
          <a:p>
            <a:r>
              <a:t>- 可以分開付嗎？ Can we pay separately?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C481-B48B-49AF-9558-DE13EE53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C8B319-BDA0-0C5F-4684-688D774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FCE9345-6DB9-6630-A32C-C6C7E27C7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我要買兩張票，看這一部。 Quiero dos entradas para esta película.</a:t>
            </a:r>
          </a:p>
          <a:p>
            <a:r>
              <a:t>- 幾點有場次？ ¿A qué hora hay funciones?</a:t>
            </a:r>
          </a:p>
          <a:p>
            <a:r>
              <a:t>- 可以選位子嗎？ ¿Puedo elegir los asientos?</a:t>
            </a:r>
          </a:p>
          <a:p>
            <a:r>
              <a:t>- 我想坐中間後面一點。 Quiero sentarme en el centro, más atrás.</a:t>
            </a:r>
          </a:p>
          <a:p/>
          <a:p>
            <a:r>
              <a:t>電影：película / movie</a:t>
            </a:r>
          </a:p>
          <a:p>
            <a:r>
              <a:t>電影票：entrada / movie ticket</a:t>
            </a:r>
          </a:p>
          <a:p>
            <a:r>
              <a:t>場次：función / showing</a:t>
            </a:r>
          </a:p>
          <a:p>
            <a:r>
              <a:t>座位：asiento / seat</a:t>
            </a:r>
          </a:p>
          <a:p>
            <a:r>
              <a:t>中間：centro / middle</a:t>
            </a:r>
          </a:p>
          <a:p>
            <a:r>
              <a:t>一張：una entrada / one ticket</a:t>
            </a:r>
          </a:p>
          <a:p/>
          <a:p>
            <a:r>
              <a:t>- 我要買兩張票，看這一部。 I want two tickets for this movie.</a:t>
            </a:r>
          </a:p>
          <a:p>
            <a:r>
              <a:t>- 幾點有場次？ What time are the showings?</a:t>
            </a:r>
          </a:p>
          <a:p>
            <a:r>
              <a:t>- 可以選位子嗎？ Can I choose my seats?</a:t>
            </a:r>
          </a:p>
          <a:p>
            <a:r>
              <a:t>- 我想坐中間後面一點。 I want to sit in the middle, further back.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40C71E-61C0-D577-5299-AE1F9B6BB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61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8830-46E0-472E-6994-1B48B7BD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D3F1D0-EDA9-C887-9ACA-2E11041B8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C26030B-21D7-35E7-87D4-F6CE414C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我要一份爆米花和兩杯可樂。 Quiero unas palomitas y dos refrescos.</a:t>
            </a:r>
          </a:p>
          <a:p>
            <a:r>
              <a:t>- 有沒有套餐？ ¿Hay combo?</a:t>
            </a:r>
          </a:p>
          <a:p>
            <a:r>
              <a:t>- 可樂可以不要冰嗎？ ¿Puede ser el refresco sin hielo?</a:t>
            </a:r>
          </a:p>
          <a:p>
            <a:r>
              <a:t>- 可以帶進去嗎？ ¿Se puede entrar con esto?</a:t>
            </a:r>
          </a:p>
          <a:p/>
          <a:p>
            <a:r>
              <a:t>爆米花：palomitas / popcorn</a:t>
            </a:r>
          </a:p>
          <a:p>
            <a:r>
              <a:t>可樂：refresco de cola / cola</a:t>
            </a:r>
          </a:p>
          <a:p>
            <a:r>
              <a:t>套餐：combo / combo</a:t>
            </a:r>
          </a:p>
          <a:p>
            <a:r>
              <a:t>大：grande / large</a:t>
            </a:r>
          </a:p>
          <a:p>
            <a:r>
              <a:t>小：pequeño / small</a:t>
            </a:r>
          </a:p>
          <a:p>
            <a:r>
              <a:t>不要冰：sin hielo / no ice</a:t>
            </a:r>
          </a:p>
          <a:p/>
          <a:p>
            <a:r>
              <a:t>- 我要一份爆米花和兩杯可樂。 I want popcorn and two colas.</a:t>
            </a:r>
          </a:p>
          <a:p>
            <a:r>
              <a:t>- 有沒有套餐？ Is there a combo?</a:t>
            </a:r>
          </a:p>
          <a:p>
            <a:r>
              <a:t>- 可樂可以不要冰嗎？ Can I have the cola without ice?</a:t>
            </a:r>
          </a:p>
          <a:p>
            <a:r>
              <a:t>- 可以帶進去嗎？ Can I take this inside?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2C1156-0FC7-52C7-934B-24AEF1AFD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825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DA69-4371-5762-2B43-6A736FFE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8EC0F3D-507F-BCFD-3E25-BB9F21474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C285A7-2473-8AC0-0CC3-2BDF8D83E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我可以退票嗎？ ¿Puedo devolver la entrada?</a:t>
            </a:r>
          </a:p>
          <a:p>
            <a:r>
              <a:t>- 可以換成明天的場次嗎？ ¿Puedo cambiarla a la función de mañana?</a:t>
            </a:r>
          </a:p>
          <a:p>
            <a:r>
              <a:t>- 我買錯場次了。 Compré la función equivocada.</a:t>
            </a:r>
          </a:p>
          <a:p>
            <a:r>
              <a:t>- 電影延後了嗎？ ¿Se retrasó la película?</a:t>
            </a:r>
          </a:p>
          <a:p/>
          <a:p>
            <a:r>
              <a:t>退票：devolver entrada / refund ticket</a:t>
            </a:r>
          </a:p>
          <a:p>
            <a:r>
              <a:t>換票：cambiar entrada / exchange ticket</a:t>
            </a:r>
          </a:p>
          <a:p>
            <a:r>
              <a:t>延後：retrasar / delay</a:t>
            </a:r>
          </a:p>
          <a:p>
            <a:r>
              <a:t>取消：cancelar / cancel</a:t>
            </a:r>
          </a:p>
          <a:p>
            <a:r>
              <a:t>手續費：comisión / handling fee</a:t>
            </a:r>
          </a:p>
          <a:p>
            <a:r>
              <a:t>明天：mañana / tomorrow</a:t>
            </a:r>
          </a:p>
          <a:p/>
          <a:p>
            <a:r>
              <a:t>- 我可以退票嗎？ Can I get a refund?</a:t>
            </a:r>
          </a:p>
          <a:p>
            <a:r>
              <a:t>- 可以換成明天的場次嗎？ Can I change to tomorrow's showing?</a:t>
            </a:r>
          </a:p>
          <a:p>
            <a:r>
              <a:t>- 我買錯場次了。 I bought the wrong showing.</a:t>
            </a:r>
          </a:p>
          <a:p>
            <a:r>
              <a:t>- 電影延後了嗎？ Has the movie been delayed?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B6B09C-D889-6C1C-B198-AC244133D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384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CEF8-7297-28B1-F347-F0F2CDD5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C8E1B2-1720-2CA3-DCE1-44A7C1E7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8BE216-B7BB-DD13-5FE6-514DC2BF0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我想訂一間包廂，四個人。 Quiero reservar una sala para cuatro.</a:t>
            </a:r>
          </a:p>
          <a:p>
            <a:r>
              <a:t>- 可以唱幾個小時？ ¿Por cuántas horas se puede cantar?</a:t>
            </a:r>
          </a:p>
          <a:p>
            <a:r>
              <a:t>- 有西班牙文的歌嗎？ ¿Hay canciones en español?</a:t>
            </a:r>
          </a:p>
          <a:p>
            <a:r>
              <a:t>- 晚上有沒有優惠？ ¿Hay promoción por la noche?</a:t>
            </a:r>
          </a:p>
          <a:p/>
          <a:p>
            <a:r>
              <a:t>包廂：sala privada / private room</a:t>
            </a:r>
          </a:p>
          <a:p>
            <a:r>
              <a:t>訂：reservar / book</a:t>
            </a:r>
          </a:p>
          <a:p>
            <a:r>
              <a:t>小時：hora / hour</a:t>
            </a:r>
          </a:p>
          <a:p>
            <a:r>
              <a:t>歌：canción / song</a:t>
            </a:r>
          </a:p>
          <a:p>
            <a:r>
              <a:t>優惠：promoción / special offer</a:t>
            </a:r>
          </a:p>
          <a:p>
            <a:r>
              <a:t>幾位：cuántas personas / how many people</a:t>
            </a:r>
          </a:p>
          <a:p/>
          <a:p>
            <a:r>
              <a:t>- 我想訂一間包廂，四個人。 I want to book a room for four.</a:t>
            </a:r>
          </a:p>
          <a:p>
            <a:r>
              <a:t>- 可以唱幾個小時？ How many hours can we sing?</a:t>
            </a:r>
          </a:p>
          <a:p>
            <a:r>
              <a:t>- 有西班牙文的歌嗎？ Are there Spanish songs?</a:t>
            </a:r>
          </a:p>
          <a:p>
            <a:r>
              <a:t>- 晚上有沒有優惠？ Is there a deal at night?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75A0DD-459A-E9A1-F5DC-DD63A9991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377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735A-DAB9-A5A2-691A-2CB8714F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C0F47FF-2089-AD6D-8C30-1B404A4C5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DBFB97-9389-D7C4-4123-185CCF2D7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怎麼點歌？ ¿Cómo se pide una canción?</a:t>
            </a:r>
          </a:p>
          <a:p>
            <a:r>
              <a:t>- 可以幫我調小聲一點嗎？ ¿Puede bajar un poco el volumen?</a:t>
            </a:r>
          </a:p>
          <a:p>
            <a:r>
              <a:t>- 麥克風沒有聲音。 El micrófono no suena.</a:t>
            </a:r>
          </a:p>
          <a:p>
            <a:r>
              <a:t>- 我想再點一些飲料。 Quiero pedir más bebidas.</a:t>
            </a:r>
          </a:p>
          <a:p/>
          <a:p>
            <a:r>
              <a:t>點歌：elegir canción / choose a song</a:t>
            </a:r>
          </a:p>
          <a:p>
            <a:r>
              <a:t>麥克風：micrófono / microphone</a:t>
            </a:r>
          </a:p>
          <a:p>
            <a:r>
              <a:t>聲音：volumen / volume</a:t>
            </a:r>
          </a:p>
          <a:p>
            <a:r>
              <a:t>遙控器：control remoto / remote</a:t>
            </a:r>
          </a:p>
          <a:p>
            <a:r>
              <a:t>大聲：más fuerte / louder</a:t>
            </a:r>
          </a:p>
          <a:p>
            <a:r>
              <a:t>小聲：más bajo / quieter</a:t>
            </a:r>
          </a:p>
          <a:p/>
          <a:p>
            <a:r>
              <a:t>- 怎麼點歌？ How do I choose a song?</a:t>
            </a:r>
          </a:p>
          <a:p>
            <a:r>
              <a:t>- 可以幫我調小聲一點嗎？ Can you turn the volume down a bit?</a:t>
            </a:r>
          </a:p>
          <a:p>
            <a:r>
              <a:t>- 麥克風沒有聲音。 The microphone has no sound.</a:t>
            </a:r>
          </a:p>
          <a:p>
            <a:r>
              <a:t>- 我想再點一些飲料。 I want to order more drinks.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F3B2C2-1125-E094-4EA6-9D2CA8030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035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2E0D-4B0F-E6E2-50FA-FA67560F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11C4A38-C9DA-8F5C-5F92-2BE5B1BC4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CBB7AF-3D8D-EDAB-9A79-9C77C0CD6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電影票：entrada / movie ticket  ///  場次：función / showing  ///  座位：asiento / seat</a:t>
            </a:r>
          </a:p>
          <a:p>
            <a:r>
              <a:t>中間：centro / middle  ///  爆米花：palomitas / popcorn  ///  大：grande / large</a:t>
            </a:r>
          </a:p>
          <a:p/>
          <a:p>
            <a:r>
              <a:t>旅客：你好，我要兩張電影票。</a:t>
            </a:r>
          </a:p>
          <a:p>
            <a:r>
              <a:t>售票：好的，幾點的場次？</a:t>
            </a:r>
          </a:p>
          <a:p>
            <a:r>
              <a:t>旅客：晚上七點。可以選座位嗎？</a:t>
            </a:r>
          </a:p>
          <a:p>
            <a:r>
              <a:t>售票：可以，請選中間的位子。</a:t>
            </a:r>
          </a:p>
          <a:p>
            <a:r>
              <a:t>旅客：還要一份爆米花。</a:t>
            </a:r>
          </a:p>
          <a:p>
            <a:r>
              <a:t>售票：大的還是小的？</a:t>
            </a:r>
          </a:p>
          <a:p/>
          <a:p>
            <a:r>
              <a:t>Viajero: Hola, quiero dos entradas.</a:t>
            </a:r>
          </a:p>
          <a:p>
            <a:r>
              <a:t>Taquilla: Bien, ¿para qué función?</a:t>
            </a:r>
          </a:p>
          <a:p>
            <a:r>
              <a:t>Viajero: A las siete de la noche. ¿Puedo elegir asientos?</a:t>
            </a:r>
          </a:p>
          <a:p>
            <a:r>
              <a:t>Taquilla: Sí, elija los del centro.</a:t>
            </a:r>
          </a:p>
          <a:p>
            <a:r>
              <a:t>Viajero: También unas palomitas.</a:t>
            </a:r>
          </a:p>
          <a:p>
            <a:r>
              <a:t>Taquilla: ¿Grandes o pequeñas?</a:t>
            </a:r>
          </a:p>
          <a:p/>
          <a:p>
            <a:r>
              <a:t>Traveler: Hello, I want two movie tickets.</a:t>
            </a:r>
          </a:p>
          <a:p>
            <a:r>
              <a:t>Ticket seller: OK, which showing?</a:t>
            </a:r>
          </a:p>
          <a:p>
            <a:r>
              <a:t>Traveler: Seven in the evening. Can I choose seats?</a:t>
            </a:r>
          </a:p>
          <a:p>
            <a:r>
              <a:t>Ticket seller: Yes, please choose seats in the middle.</a:t>
            </a:r>
          </a:p>
          <a:p>
            <a:r>
              <a:t>Traveler: Also a popcorn.</a:t>
            </a:r>
          </a:p>
          <a:p>
            <a:r>
              <a:t>Ticket seller: Large or small?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D396BC-98F4-9A9B-B680-030DA8746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018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91F5-B7C9-4EAB-8E94-307A4A38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F8D44C-6C05-9742-7C12-C4D07321E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AA4116-C8AB-C1C6-E4E6-E1306EE97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正確順序（填數字）：1 → 6 → 2 → 3 → 5 → 4</a:t>
            </a:r>
          </a:p>
          <a:p/>
          <a:p>
            <a:r>
              <a:t>旅客：我要兩張票，看這一部。</a:t>
            </a:r>
          </a:p>
          <a:p>
            <a:r>
              <a:t>售票：好的，幾點的場次？</a:t>
            </a:r>
          </a:p>
          <a:p>
            <a:r>
              <a:t>旅客：晚上七點。</a:t>
            </a:r>
          </a:p>
          <a:p>
            <a:r>
              <a:t>售票：請選位子。</a:t>
            </a:r>
          </a:p>
          <a:p>
            <a:r>
              <a:t>旅客：我要中間後面一點。</a:t>
            </a:r>
          </a:p>
          <a:p>
            <a:r>
              <a:t>售票：好，兩張三百六。</a:t>
            </a:r>
          </a:p>
          <a:p/>
          <a:p>
            <a:r>
              <a:t>Viajero: Quiero dos entradas para esta película.</a:t>
            </a:r>
          </a:p>
          <a:p>
            <a:r>
              <a:t>Taquilla: Bien, ¿para qué función?</a:t>
            </a:r>
          </a:p>
          <a:p>
            <a:r>
              <a:t>Viajero: A las siete de la noche.</a:t>
            </a:r>
          </a:p>
          <a:p>
            <a:r>
              <a:t>Taquilla: Elija sus asientos.</a:t>
            </a:r>
          </a:p>
          <a:p>
            <a:r>
              <a:t>Viajero: Los del centro, un poco atrás.</a:t>
            </a:r>
          </a:p>
          <a:p>
            <a:r>
              <a:t>Taquilla: Bien, son trescientos sesenta por las dos.</a:t>
            </a:r>
          </a:p>
          <a:p/>
          <a:p>
            <a:r>
              <a:t>Traveler: I want two tickets for this movie.</a:t>
            </a:r>
          </a:p>
          <a:p>
            <a:r>
              <a:t>Ticket seller: OK, which showing?</a:t>
            </a:r>
          </a:p>
          <a:p>
            <a:r>
              <a:t>Traveler: Seven in the evening.</a:t>
            </a:r>
          </a:p>
          <a:p>
            <a:r>
              <a:t>Ticket seller: Please choose your seats.</a:t>
            </a:r>
          </a:p>
          <a:p>
            <a:r>
              <a:t>Traveler: Middle, a bit further back.</a:t>
            </a:r>
          </a:p>
          <a:p>
            <a:r>
              <a:t>Ticket seller: OK, NT$360 for two.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BA323B-1DB6-3096-060E-4F15D9909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45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1C1D-85BC-90D4-29B4-0E71FC1F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CD83BA7-F727-B5A7-684F-4946E6435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092D9A6-F4C1-5CD7-B567-BD05AA4CA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角色扮演提示：買票 / 包廂 / 結帳</a:t>
            </a:r>
          </a:p>
          <a:p>
            <a:r>
              <a:t>你喜歡看電影嗎？ ¿Te gusta ver películas?</a:t>
            </a:r>
          </a:p>
          <a:p>
            <a:r>
              <a:t>你會唱歌嗎？ ¿Sabes cantar?</a:t>
            </a:r>
          </a:p>
          <a:p>
            <a:r>
              <a:t>你喜歡什麼歌？ ¿Qué canciones te gustan?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1E3B6D-FF5F-5683-1D2A-EC9D59E6E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892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訂：reservar / book  ///  包廂：sala privada / private room  ///  小時：hora / hour</a:t>
            </a:r>
          </a:p>
          <a:p>
            <a:r>
              <a:t>優惠：promoción / special offer  ///  點歌：elegir canción / choose a song  ///  遙控器：control remoto / remote</a:t>
            </a:r>
          </a:p>
          <a:p/>
          <a:p>
            <a:r>
              <a:t>旅客：你好，我想訂一間包廂。</a:t>
            </a:r>
          </a:p>
          <a:p>
            <a:r>
              <a:t>櫃台：沒問題，要唱幾個小時？</a:t>
            </a:r>
          </a:p>
          <a:p>
            <a:r>
              <a:t>旅客：三個小時。有優惠嗎？</a:t>
            </a:r>
          </a:p>
          <a:p>
            <a:r>
              <a:t>櫃台：晚上有，半價。</a:t>
            </a:r>
          </a:p>
          <a:p>
            <a:r>
              <a:t>旅客：怎麼點歌？</a:t>
            </a:r>
          </a:p>
          <a:p>
            <a:r>
              <a:t>櫃台：用遙控器就可以。</a:t>
            </a:r>
          </a:p>
          <a:p/>
          <a:p>
            <a:r>
              <a:t>Viajero: Hola, quiero reservar una sala.</a:t>
            </a:r>
          </a:p>
          <a:p>
            <a:r>
              <a:t>Recepción: Claro, ¿por cuántas horas?</a:t>
            </a:r>
          </a:p>
          <a:p>
            <a:r>
              <a:t>Viajero: Tres horas. ¿Hay promoción?</a:t>
            </a:r>
          </a:p>
          <a:p>
            <a:r>
              <a:t>Recepción: Sí, de noche es a mitad de precio.</a:t>
            </a:r>
          </a:p>
          <a:p>
            <a:r>
              <a:t>Viajero: ¿Cómo se elige una canción?</a:t>
            </a:r>
          </a:p>
          <a:p>
            <a:r>
              <a:t>Recepción: Con el control remoto.</a:t>
            </a:r>
          </a:p>
          <a:p/>
          <a:p>
            <a:r>
              <a:t>Traveler: Hello, I want to book a room.</a:t>
            </a:r>
          </a:p>
          <a:p>
            <a:r>
              <a:t>Desk: No problem, for how many hours?</a:t>
            </a:r>
          </a:p>
          <a:p>
            <a:r>
              <a:t>Traveler: Three hours. Is there a deal?</a:t>
            </a:r>
          </a:p>
          <a:p>
            <a:r>
              <a:t>Desk: Yes, half price at night.</a:t>
            </a:r>
          </a:p>
          <a:p>
            <a:r>
              <a:t>Traveler: How do I choose a song?</a:t>
            </a:r>
          </a:p>
          <a:p>
            <a:r>
              <a:t>Desk: Just use the remote.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正確順序（填數字）：5 → 3 → 1 → 4 → 6 → 2</a:t>
            </a:r>
          </a:p>
          <a:p/>
          <a:p>
            <a:r>
              <a:t>旅客：不好意思，我買錯場次了。</a:t>
            </a:r>
          </a:p>
          <a:p>
            <a:r>
              <a:t>櫃台：沒關係，可以換票。</a:t>
            </a:r>
          </a:p>
          <a:p>
            <a:r>
              <a:t>旅客：可以換成明天的嗎？</a:t>
            </a:r>
          </a:p>
          <a:p>
            <a:r>
              <a:t>櫃台：可以，要付手續費。</a:t>
            </a:r>
          </a:p>
          <a:p>
            <a:r>
              <a:t>旅客：手續費多少錢？</a:t>
            </a:r>
          </a:p>
          <a:p>
            <a:r>
              <a:t>櫃台：二十塊。</a:t>
            </a:r>
          </a:p>
          <a:p/>
          <a:p>
            <a:r>
              <a:t>Viajero: Disculpe, compré la función equivocada.</a:t>
            </a:r>
          </a:p>
          <a:p>
            <a:r>
              <a:t>Recepción: No hay problema, puede cambiarla.</a:t>
            </a:r>
          </a:p>
          <a:p>
            <a:r>
              <a:t>Viajero: ¿Puedo cambiarla a la de mañana?</a:t>
            </a:r>
          </a:p>
          <a:p>
            <a:r>
              <a:t>Recepción: Sí, con una comisión.</a:t>
            </a:r>
          </a:p>
          <a:p>
            <a:r>
              <a:t>Viajero: ¿Cuánto es la comisión?</a:t>
            </a:r>
          </a:p>
          <a:p>
            <a:r>
              <a:t>Recepción: Veinte dólares.</a:t>
            </a:r>
          </a:p>
          <a:p/>
          <a:p>
            <a:r>
              <a:t>Traveler: Excuse me, I bought the wrong showing.</a:t>
            </a:r>
          </a:p>
          <a:p>
            <a:r>
              <a:t>Desk: No problem, you can exchange it.</a:t>
            </a:r>
          </a:p>
          <a:p>
            <a:r>
              <a:t>Traveler: Can I change it to tomorrow?</a:t>
            </a:r>
          </a:p>
          <a:p>
            <a:r>
              <a:t>Desk: Yes, with a handling fee.</a:t>
            </a:r>
          </a:p>
          <a:p>
            <a:r>
              <a:t>Traveler: How much is the fee?</a:t>
            </a:r>
          </a:p>
          <a:p>
            <a:r>
              <a:t>Desk: Twenty dollars.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正確順序（填數字）：4 → 3 → 6 → 2 → 8 → 7 → 1 → 5</a:t>
            </a:r>
          </a:p>
          <a:p/>
          <a:p>
            <a:r>
              <a:t>旅客：你好，我想訂一間包廂。</a:t>
            </a:r>
          </a:p>
          <a:p>
            <a:r>
              <a:t>櫃台：請問幾位？</a:t>
            </a:r>
          </a:p>
          <a:p>
            <a:r>
              <a:t>旅客：四位，唱三個小時。</a:t>
            </a:r>
          </a:p>
          <a:p>
            <a:r>
              <a:t>櫃台：好的，三號包廂。</a:t>
            </a:r>
          </a:p>
          <a:p>
            <a:r>
              <a:t>旅客：麥克風沒有聲音。</a:t>
            </a:r>
          </a:p>
          <a:p>
            <a:r>
              <a:t>櫃台：不好意思，我馬上去看。</a:t>
            </a:r>
          </a:p>
          <a:p>
            <a:r>
              <a:t>旅客：時間到了，可以延長嗎？</a:t>
            </a:r>
          </a:p>
          <a:p>
            <a:r>
              <a:t>櫃台：可以，再一小時。</a:t>
            </a:r>
          </a:p>
          <a:p/>
          <a:p>
            <a:r>
              <a:t>Viajero: Hola, quiero reservar una sala.</a:t>
            </a:r>
          </a:p>
          <a:p>
            <a:r>
              <a:t>Recepción: ¿Cuántas personas son?</a:t>
            </a:r>
          </a:p>
          <a:p>
            <a:r>
              <a:t>Viajero: Cuatro, por tres horas.</a:t>
            </a:r>
          </a:p>
          <a:p>
            <a:r>
              <a:t>Recepción: Bien, la sala número tres.</a:t>
            </a:r>
          </a:p>
          <a:p>
            <a:r>
              <a:t>Viajero: El micrófono no suena.</a:t>
            </a:r>
          </a:p>
          <a:p>
            <a:r>
              <a:t>Recepción: Disculpe, voy a revisarlo ahora.</a:t>
            </a:r>
          </a:p>
          <a:p>
            <a:r>
              <a:t>Viajero: Se acabó el tiempo, ¿podemos extender?</a:t>
            </a:r>
          </a:p>
          <a:p>
            <a:r>
              <a:t>Recepción: Sí, una hora más.</a:t>
            </a:r>
          </a:p>
          <a:p/>
          <a:p>
            <a:r>
              <a:t>Traveler: Hello, I want to book a room.</a:t>
            </a:r>
          </a:p>
          <a:p>
            <a:r>
              <a:t>Desk: How many people?</a:t>
            </a:r>
          </a:p>
          <a:p>
            <a:r>
              <a:t>Traveler: Four, for three hours.</a:t>
            </a:r>
          </a:p>
          <a:p>
            <a:r>
              <a:t>Desk: OK, room number three.</a:t>
            </a:r>
          </a:p>
          <a:p>
            <a:r>
              <a:t>Traveler: The microphone has no sound.</a:t>
            </a:r>
          </a:p>
          <a:p>
            <a:r>
              <a:t>Desk: Sorry, I will check it right away.</a:t>
            </a:r>
          </a:p>
          <a:p>
            <a:r>
              <a:t>Traveler: Our time is up. Can we extend?</a:t>
            </a:r>
          </a:p>
          <a:p>
            <a:r>
              <a:t>Desk: Yes, one more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80B68F-12C4-4572-87D8-E6E622548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6882F5-AAB7-49FF-9ABA-838462E04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4B99D-A51F-4EFC-AA00-08CE1813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B97DFB-E329-4F7F-BE10-239C93C7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48329-9BF7-457F-A130-8FC6F503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74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10088C-485F-42EF-8030-FAB03EDE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45A13D-823A-4811-B423-CE717B9FA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960075-53C3-468B-8C07-5972A004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D2AF9E-28E5-4A4B-AD70-B41367DD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E8152B-A8D6-442B-BC46-4C9E6FE7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74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B4A36-CFE7-4936-AACF-E5BF47029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C2CA58-680A-44F0-BB09-801C1CB23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4EDE07-6323-4114-AA2B-D4B8F87B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6F603B-C3B7-4921-A0BC-230179EF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9BA487-AD61-4121-AF00-5BA59615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267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3841ED-AC93-49BA-B5DC-A7F9105E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08F0C5-D41A-41B6-BA13-DFB38933F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4C79E9-BE33-4F57-B652-70F39E878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B29FCD-713F-470F-9368-FA4891567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A0BCF2-BE85-4D1A-8E39-2F9EF879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D35EE1-0606-4378-9188-3789616E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80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AD922-A4A5-4CBE-9742-29EF16E4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2E76D1-F989-4D3E-B963-CEEC8556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E5CBB8-D90C-462C-97CA-3D94D95D4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AFF5289-7BF8-41C8-9B5A-A635430E2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8F20A36-B54E-4BC9-8EC3-DF9F16278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23D5F22-2172-41DA-A3A0-1B18937F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A8BEF55-C700-4C50-BD36-CAA18C5F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1DFD891-1391-4C7F-B737-A4BC5C7D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34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32301-1CCA-481F-AE4D-557B981B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EEB2B1-B881-47CA-ABD6-698B03C0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7F37B4C-B049-48D9-BF03-A11BE409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41792B-1FFB-4168-B98C-E206688E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0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7E8E902-CFD7-4A46-9C82-9140EDA3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27E0CB-8A5E-4B77-8E34-B5210B20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21A269-7B59-4290-A961-1AAD0680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65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B581A4-D35C-4C38-8046-0C96816C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22C02A-18D7-487C-A20E-B2CE46CE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12547E9-33D9-4D74-94F9-E8577816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90CA51-29FD-4CAB-A358-1E97B27A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68A19-DC5E-476A-ADDD-EEE4D808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792A5-D6C6-42C0-88B5-B741D8A9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788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E1ECDC-C009-4B6D-BB83-FAAD4519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E44EE84-50C8-45E1-8E78-D187FF357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11EA73-72C8-4160-B959-0B8F4356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DED110-3341-46D5-9953-84F97C9B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E14FE7-AFA4-4160-975F-A1D7ACB0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F0571B-7ECC-4128-B396-F594599F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27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86D4B2-A1A1-4648-9523-7BDC2C8D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CE9A16-B435-4B5D-B119-872F72509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034519-4A88-4E15-BED0-2860252B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199377-B691-4DBC-8CB9-AED86CD3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6E36CE-ACAC-4E74-8AA8-E005AF25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61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950E7EB-8631-4F40-8298-9F3665882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9E4D74-F947-48F0-815A-9FB1743FA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B69679-EA51-4C48-B0F1-0DB8B98B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69F74E-9273-47E1-B33F-A7E04EF4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1E08EE-758A-4B1C-AF00-1D583671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777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B4FE16E-A493-4AA2-B063-D815802E2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CEBE22-CDE3-4AC2-B295-CCF423F22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DCA366-607E-4525-A73E-59F439F43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B70584-D3B4-48AC-9081-C3BC0EE24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852FDA-A01E-43BB-B7EC-3D7DE828C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219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46689-9EF7-CDA4-7C12-CEA82748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3CEBB10-835E-6B4B-CEF3-A480DBDBE46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32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046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9C42-E8A3-4CB9-5596-E3C8381C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27C1910-22F4-E51F-1DAF-D8D83F905992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504D1A-4670-15B1-2329-0072B7E17C03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电影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película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电影票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entrada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场次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función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座位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asiento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中间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centro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一张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una entrada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例：旅客在電影院售票口前，看著螢幕上的座位圖</a:t>
            </a:r>
          </a:p>
        </p:txBody>
      </p:sp>
    </p:spTree>
    <p:extLst>
      <p:ext uri="{BB962C8B-B14F-4D97-AF65-F5344CB8AC3E}">
        <p14:creationId xmlns:p14="http://schemas.microsoft.com/office/powerpoint/2010/main" val="115957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0E35-8F19-F718-1AA9-4EF2FAA0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4F61F47-5B0C-E4C6-67C6-E8D27469E46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19AC89B-A9FB-7A0A-CBC5-195FA6A0EFF7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爆米花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palomitas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可乐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refresco de cola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套餐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combo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大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grande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小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pequeño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不要冰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sin hielo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例：旅客在福利櫃台，櫃台人員正在遞爆米花</a:t>
            </a:r>
          </a:p>
        </p:txBody>
      </p:sp>
    </p:spTree>
    <p:extLst>
      <p:ext uri="{BB962C8B-B14F-4D97-AF65-F5344CB8AC3E}">
        <p14:creationId xmlns:p14="http://schemas.microsoft.com/office/powerpoint/2010/main" val="743593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A9DC-A444-ABBE-9ACE-D32F7678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E7EB5E7-3673-BF95-8BC1-67A0DF7D69A1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4378376-3E69-D628-1F84-38CC7677DA22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退票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devolver entrada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换票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cambiar entrada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延后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retrasar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取消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cancelar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手续费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comisión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明天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mañana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例：旅客拿著電影票向櫃台詢問換票</a:t>
            </a:r>
          </a:p>
        </p:txBody>
      </p:sp>
    </p:spTree>
    <p:extLst>
      <p:ext uri="{BB962C8B-B14F-4D97-AF65-F5344CB8AC3E}">
        <p14:creationId xmlns:p14="http://schemas.microsoft.com/office/powerpoint/2010/main" val="96519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3121-1F65-4908-0D16-CF0AA2F1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C19E1CA-BF4D-12B6-8CFB-F0265A02842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834EC5-6CB4-F25C-D21F-0F0100739141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包厢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sala privada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订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reservar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小时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hora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歌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canción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优惠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promoción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几位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cuántas personas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例：旅客在KTV櫃台，和朋友一起訂包廂</a:t>
            </a:r>
          </a:p>
        </p:txBody>
      </p:sp>
    </p:spTree>
    <p:extLst>
      <p:ext uri="{BB962C8B-B14F-4D97-AF65-F5344CB8AC3E}">
        <p14:creationId xmlns:p14="http://schemas.microsoft.com/office/powerpoint/2010/main" val="226124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点歌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elegir canción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麦克风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micrófono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声音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volumen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遥控器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control remoto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大声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más fuerte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小声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más bajo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例：旅客在KTV包廂，拿著遙控器點歌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结帐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pagar la cuenta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延长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extender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总共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en total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分开付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pagar por separado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刷卡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pagar con tarjeta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发票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factura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例：旅客和朋友在KTV櫃台結帳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旅客：你好，我要两张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售票：好的，几点的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旅客：晚上七点。可以选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售票：可以，请选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的位子。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旅客：还要一份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售票：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的还是小的？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座位  电影票  场次  大  爆米花  中间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旅客：你好，我想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一间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柜台：没问题，要唱几个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旅客：三个小时。有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柜台：晚上有，半价。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旅客：怎么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柜台：用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就可以。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小时  订  包厢  遥控器  点歌  优惠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5.旅客：我要中间后面一点。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1.旅客：我要两张票，看这一部。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4.售票：好，两张三百六。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3.售票：请选位子。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2.旅客：晚上七点。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6.售票：好的，几点的场次？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5.旅客：不好意思，我买错场次了。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1.旅客：可以换成明天的吗？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4.柜台：可以，要付手续费。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3.柜台：没关系，可以换票。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2.柜台：二十块。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6.旅客：手续费多少钱？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653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7.柜台：不好意思，我马上去看。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1.旅客：时间到了，可以延长吗？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546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6.旅客：四位，唱三个小时。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439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5.柜台：可以，再一小时。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332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4.旅客：你好，我想订一间包厢。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760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8.旅客：麦克风没有声音。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2200000" y="6002520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2.柜台：好的，三号包厢。</a:t>
            </a: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225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3.柜台：请问几位？</a:t>
            </a: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002520"/>
            <a:ext cx="46482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B86557-6F1F-BB9E-50AF-624180AD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F1C2D2D-8412-C612-D4D8-BF9AC661487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你喜欢看电影吗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你会唱歌吗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你喜欢什么歌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买票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包厢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结帐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5268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2361</TotalTime>
  <Words>3757</Words>
  <Application>Microsoft Office PowerPoint</Application>
  <PresentationFormat>自訂</PresentationFormat>
  <Paragraphs>280</Paragraphs>
  <Slides>19</Slides>
  <Notes>19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GoodTeacher 正楷拼音</vt:lpstr>
      <vt:lpstr>標楷體</vt:lpstr>
      <vt:lpstr>澳聲通拼音庫楷-繁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家斌 王</cp:lastModifiedBy>
  <cp:revision>143</cp:revision>
  <dcterms:created xsi:type="dcterms:W3CDTF">2006-08-16T00:00:00Z</dcterms:created>
  <dcterms:modified xsi:type="dcterms:W3CDTF">2026-10-16T00:28:14Z</dcterms:modified>
</cp:coreProperties>
</file>