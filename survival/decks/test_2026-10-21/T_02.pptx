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1005" r:id="rId2"/>
    <p:sldId id="1130" r:id="rId12"/>
    <p:sldId id="1132" r:id="rId13"/>
    <p:sldId id="1133" r:id="rId14"/>
    <p:sldId id="1134" r:id="rId15"/>
    <p:sldId id="1131" r:id="rId16"/>
    <p:sldId id="1139" r:id="rId30"/>
    <p:sldId id="1102" r:id="rId18"/>
    <p:sldId id="1135" r:id="rId26"/>
    <p:sldId id="1117" r:id="rId19"/>
    <p:sldId id="1138" r:id="rId29"/>
    <p:sldId id="1137" r:id="rId28"/>
    <p:sldId id="1136" r:id="rId27"/>
    <p:sldId id="1007" r:id="rId20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950" autoAdjust="0"/>
    <p:restoredTop sz="78167" autoAdjust="0"/>
  </p:normalViewPr>
  <p:slideViewPr>
    <p:cSldViewPr>
      <p:cViewPr varScale="1">
        <p:scale>
          <a:sx n="56" d="100"/>
          <a:sy n="56" d="100"/>
        </p:scale>
        <p:origin x="1046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8" Type="http://schemas.openxmlformats.org/officeDocument/2006/relationships/slide" Target="slides/slide8.xml"/><Relationship Id="rId19" Type="http://schemas.openxmlformats.org/officeDocument/2006/relationships/slide" Target="slides/slide10.xml"/><Relationship Id="rId20" Type="http://schemas.openxmlformats.org/officeDocument/2006/relationships/slide" Target="slides/slide14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Relationship Id="rId26" Type="http://schemas.openxmlformats.org/officeDocument/2006/relationships/slide" Target="slides/slide9.xml"/><Relationship Id="rId27" Type="http://schemas.openxmlformats.org/officeDocument/2006/relationships/slide" Target="slides/slide13.xml"/><Relationship Id="rId28" Type="http://schemas.openxmlformats.org/officeDocument/2006/relationships/slide" Target="slides/slide12.xml"/><Relationship Id="rId29" Type="http://schemas.openxmlformats.org/officeDocument/2006/relationships/slide" Target="slides/slide11.xml"/><Relationship Id="rId30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B51B26-2130-410B-AFF9-6349CBB740F7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DACFC3-D488-4052-830D-8EB56C5689A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25268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5BE863-3822-E188-34A6-C6138F6161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5455988-2CD8-88A7-E69D-5DEC524876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92914B30-482E-9F4A-89E4-5B696ECAC7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接下來要學在健身房和運動場（辦會員、器材、課程、場地租借）可以用到的句子，有問題就要直接問，如果有你想到的其它的狀況也要問你，之後要靠這個生存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C09EC1-5E9B-93CA-F226-F97BE26F233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060003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我的腳扭到了。 Me torcí el tobillo.</a:t>
            </a:r>
          </a:p>
          <a:p>
            <a:r>
              <a:t>- 我不舒服，想休息一下。 No me siento bien; quiero descansar.</a:t>
            </a:r>
          </a:p>
          <a:p>
            <a:r>
              <a:t>- 請幫我叫救護車。 Por favor, llame una ambulancia.</a:t>
            </a:r>
          </a:p>
          <a:p>
            <a:r>
              <a:t>- 這裡有急救箱嗎？ ¿Hay un botiquín aquí?</a:t>
            </a:r>
          </a:p>
          <a:p/>
          <a:p>
            <a:r>
              <a:t>受傷：lesionarse / get hurt</a:t>
            </a:r>
          </a:p>
          <a:p>
            <a:r>
              <a:t>扭到：torcerse / sprain</a:t>
            </a:r>
          </a:p>
          <a:p>
            <a:r>
              <a:t>不舒服：sentirse mal / feel unwell</a:t>
            </a:r>
          </a:p>
          <a:p>
            <a:r>
              <a:t>休息：descansar / rest</a:t>
            </a:r>
          </a:p>
          <a:p>
            <a:r>
              <a:t>救護車：ambulancia / ambulance</a:t>
            </a:r>
          </a:p>
          <a:p>
            <a:r>
              <a:t>急救箱：botiquín / first-aid kit</a:t>
            </a:r>
          </a:p>
          <a:p/>
          <a:p>
            <a:r>
              <a:t>- 我的腳扭到了。 I twisted my ankle.</a:t>
            </a:r>
          </a:p>
          <a:p>
            <a:r>
              <a:t>- 我不舒服，想休息一下。 I don't feel well; I want to rest.</a:t>
            </a:r>
          </a:p>
          <a:p>
            <a:r>
              <a:t>- 請幫我叫救護車。 Please call an ambulance.</a:t>
            </a:r>
          </a:p>
          <a:p>
            <a:r>
              <a:t>- 這裡有急救箱嗎？ Is there a first-aid kit here?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C9C481-B48B-49AF-9558-DE13EE538E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FC8B319-BDA0-0C5F-4684-688D774189E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FCE9345-6DB9-6630-A32C-C6C7E27C764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我想辦會員。 Quiero hacerme socio.</a:t>
            </a:r>
          </a:p>
          <a:p>
            <a:r>
              <a:t>- 一個月多少錢？ ¿Cuánto cuesta al mes?</a:t>
            </a:r>
          </a:p>
          <a:p>
            <a:r>
              <a:t>- 可以先試用一次嗎？ ¿Puedo probar una vez primero?</a:t>
            </a:r>
          </a:p>
          <a:p>
            <a:r>
              <a:t>- 有沒有學生折扣？ ¿Hay descuento para estudiantes?</a:t>
            </a:r>
          </a:p>
          <a:p/>
          <a:p>
            <a:r>
              <a:t>健身房：gimnasio / gym</a:t>
            </a:r>
          </a:p>
          <a:p>
            <a:r>
              <a:t>會員：socio / member</a:t>
            </a:r>
          </a:p>
          <a:p>
            <a:r>
              <a:t>月費：mensualidad / monthly fee</a:t>
            </a:r>
          </a:p>
          <a:p>
            <a:r>
              <a:t>試用：prueba / trial</a:t>
            </a:r>
          </a:p>
          <a:p>
            <a:r>
              <a:t>折扣：descuento / discount</a:t>
            </a:r>
          </a:p>
          <a:p>
            <a:r>
              <a:t>學生：estudiante / student</a:t>
            </a:r>
          </a:p>
          <a:p/>
          <a:p>
            <a:r>
              <a:t>- 我想辦會員。 I want to become a member.</a:t>
            </a:r>
          </a:p>
          <a:p>
            <a:r>
              <a:t>- 一個月多少錢？ How much is it per month?</a:t>
            </a:r>
          </a:p>
          <a:p>
            <a:r>
              <a:t>- 可以先試用一次嗎？ Can I try it once first?</a:t>
            </a:r>
          </a:p>
          <a:p>
            <a:r>
              <a:t>- 有沒有學生折扣？ Is there a student discount?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A440C71E-61C0-D577-5299-AE1F9B6BB33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0656122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338830-46E0-472E-6994-1B48B7BD2B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2D3F1D0-EDA9-C887-9ACA-2E11041B86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C26030B-21D7-35E7-87D4-F6CE414C286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這台機器怎麼用？ ¿Cómo se usa esta máquina?</a:t>
            </a:r>
          </a:p>
          <a:p>
            <a:r>
              <a:t>- 可以教我調重量嗎？ ¿Me puede enseñar a ajustar el peso?</a:t>
            </a:r>
          </a:p>
          <a:p>
            <a:r>
              <a:t>- 你用完了嗎？ ¿Ya terminó de usarla?</a:t>
            </a:r>
          </a:p>
          <a:p>
            <a:r>
              <a:t>- 跑步機可以用多久？ ¿Cuánto tiempo puedo usar la cinta?</a:t>
            </a:r>
          </a:p>
          <a:p/>
          <a:p>
            <a:r>
              <a:t>器材：equipo / equipment</a:t>
            </a:r>
          </a:p>
          <a:p>
            <a:r>
              <a:t>跑步機：cinta de correr / treadmill</a:t>
            </a:r>
          </a:p>
          <a:p>
            <a:r>
              <a:t>重量：peso / weight</a:t>
            </a:r>
          </a:p>
          <a:p>
            <a:r>
              <a:t>啞鈴：mancuerna / dumbbell</a:t>
            </a:r>
          </a:p>
          <a:p>
            <a:r>
              <a:t>教練：entrenador / trainer</a:t>
            </a:r>
          </a:p>
          <a:p>
            <a:r>
              <a:t>用完：terminar de usar / finish using</a:t>
            </a:r>
          </a:p>
          <a:p/>
          <a:p>
            <a:r>
              <a:t>- 這台機器怎麼用？ How do I use this machine?</a:t>
            </a:r>
          </a:p>
          <a:p>
            <a:r>
              <a:t>- 可以教我調重量嗎？ Can you show me how to adjust the weight?</a:t>
            </a:r>
          </a:p>
          <a:p>
            <a:r>
              <a:t>- 你用完了嗎？ Are you done using it?</a:t>
            </a:r>
          </a:p>
          <a:p>
            <a:r>
              <a:t>- 跑步機可以用多久？ How long can I use the treadmill?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82C1156-0FC7-52C7-934B-24AEF1AFD07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78257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E6DA69-4371-5762-2B43-6A736FFEDB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C8EC0F3D-507F-BCFD-3E25-BB9F21474D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EC285A7-2473-8AC0-0CC3-2BDF8D83EF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有什麼團體課程？ ¿Qué clases grupales hay?</a:t>
            </a:r>
          </a:p>
          <a:p>
            <a:r>
              <a:t>- 瑜珈課幾點開始？ ¿A qué hora empieza la clase de yoga?</a:t>
            </a:r>
          </a:p>
          <a:p>
            <a:r>
              <a:t>- 要先報名嗎？ ¿Hay que inscribirse antes?</a:t>
            </a:r>
          </a:p>
          <a:p>
            <a:r>
              <a:t>- 初學者可以上嗎？ ¿Pueden entrar los principiantes?</a:t>
            </a:r>
          </a:p>
          <a:p/>
          <a:p>
            <a:r>
              <a:t>課程：clase / class</a:t>
            </a:r>
          </a:p>
          <a:p>
            <a:r>
              <a:t>瑜珈：yoga / yoga</a:t>
            </a:r>
          </a:p>
          <a:p>
            <a:r>
              <a:t>報名：inscribirse / sign up</a:t>
            </a:r>
          </a:p>
          <a:p>
            <a:r>
              <a:t>初學者：principiante / beginner</a:t>
            </a:r>
          </a:p>
          <a:p>
            <a:r>
              <a:t>開始：empezar / start</a:t>
            </a:r>
          </a:p>
          <a:p>
            <a:r>
              <a:t>時間表：horario / schedule</a:t>
            </a:r>
          </a:p>
          <a:p/>
          <a:p>
            <a:r>
              <a:t>- 有什麼團體課程？ What group classes are there?</a:t>
            </a:r>
          </a:p>
          <a:p>
            <a:r>
              <a:t>- 瑜珈課幾點開始？ What time does the yoga class start?</a:t>
            </a:r>
          </a:p>
          <a:p>
            <a:r>
              <a:t>- 要先報名嗎？ Do I need to sign up first?</a:t>
            </a:r>
          </a:p>
          <a:p>
            <a:r>
              <a:t>- 初學者可以上嗎？ Can beginners join?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3EB6B09C-D889-6C1C-B198-AC244133D2C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2638463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2CEF8-7297-28B1-F347-F0F2CDD58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01C8E1B2-1720-2CA3-DCE1-44A7C1E793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78BE216-B7BB-DD13-5FE6-514DC2BF0D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更衣室在哪裡？ ¿Dónde está el vestidor?</a:t>
            </a:r>
          </a:p>
          <a:p>
            <a:r>
              <a:t>- 置物櫃要怎麼用？ ¿Cómo se usa el casillero?</a:t>
            </a:r>
          </a:p>
          <a:p>
            <a:r>
              <a:t>- 我可以淋浴嗎？ ¿Puedo ducharme?</a:t>
            </a:r>
          </a:p>
          <a:p>
            <a:r>
              <a:t>- 需要自己帶毛巾嗎？ ¿Hay que traer toalla propia?</a:t>
            </a:r>
          </a:p>
          <a:p/>
          <a:p>
            <a:r>
              <a:t>更衣室：vestidor / locker room</a:t>
            </a:r>
          </a:p>
          <a:p>
            <a:r>
              <a:t>置物櫃：casillero / locker</a:t>
            </a:r>
          </a:p>
          <a:p>
            <a:r>
              <a:t>毛巾：toalla / towel</a:t>
            </a:r>
          </a:p>
          <a:p>
            <a:r>
              <a:t>淋浴：ducha / shower</a:t>
            </a:r>
          </a:p>
          <a:p>
            <a:r>
              <a:t>鎖：candado / lock</a:t>
            </a:r>
          </a:p>
          <a:p>
            <a:r>
              <a:t>押金：depósito / deposit</a:t>
            </a:r>
          </a:p>
          <a:p/>
          <a:p>
            <a:r>
              <a:t>- 更衣室在哪裡？ Where is the locker room?</a:t>
            </a:r>
          </a:p>
          <a:p>
            <a:r>
              <a:t>- 置物櫃要怎麼用？ How do I use the locker?</a:t>
            </a:r>
          </a:p>
          <a:p>
            <a:r>
              <a:t>- 我可以淋浴嗎？ Can I take a shower?</a:t>
            </a:r>
          </a:p>
          <a:p>
            <a:r>
              <a:t>- 需要自己帶毛巾嗎？ Do I need to bring my own towel?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E75A0DD-459A-E9A1-F5DC-DD63A99912C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637791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53735A-DAB9-A5A2-691A-2CB8714FE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C0F47FF-2089-AD6D-8C30-1B404A4C5D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45DBFB97-9389-D7C4-4123-185CCF2D76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问：要怎么说：</a:t>
            </a:r>
          </a:p>
          <a:p>
            <a:r>
              <a:t>- 我想租一個羽球場。 Quiero alquilar una cancha de bádminton.</a:t>
            </a:r>
          </a:p>
          <a:p>
            <a:r>
              <a:t>- 一小時多少錢？ ¿Cuánto cuesta por hora?</a:t>
            </a:r>
          </a:p>
          <a:p>
            <a:r>
              <a:t>- 今天晚上有空的場地嗎？ ¿Hay una cancha libre esta noche?</a:t>
            </a:r>
          </a:p>
          <a:p>
            <a:r>
              <a:t>- 可以租球拍嗎？ ¿Se pueden alquilar raquetas?</a:t>
            </a:r>
          </a:p>
          <a:p/>
          <a:p>
            <a:r>
              <a:t>羽球：bádminton / badminton</a:t>
            </a:r>
          </a:p>
          <a:p>
            <a:r>
              <a:t>桌球：tenis de mesa / table tennis</a:t>
            </a:r>
          </a:p>
          <a:p>
            <a:r>
              <a:t>場地：cancha / court</a:t>
            </a:r>
          </a:p>
          <a:p>
            <a:r>
              <a:t>球拍：raqueta / racket</a:t>
            </a:r>
          </a:p>
          <a:p>
            <a:r>
              <a:t>租：alquilar / rent</a:t>
            </a:r>
          </a:p>
          <a:p>
            <a:r>
              <a:t>一小時：una hora / one hour</a:t>
            </a:r>
          </a:p>
          <a:p/>
          <a:p>
            <a:r>
              <a:t>- 我想租一個羽球場。 I want to rent a badminton court.</a:t>
            </a:r>
          </a:p>
          <a:p>
            <a:r>
              <a:t>- 一小時多少錢？ How much is it per hour?</a:t>
            </a:r>
          </a:p>
          <a:p>
            <a:r>
              <a:t>- 今天晚上有空的場地嗎？ Is there a court free tonight?</a:t>
            </a:r>
          </a:p>
          <a:p>
            <a:r>
              <a:t>- 可以租球拍嗎？ Can I rent rackets?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8F3B2C2-1125-E094-4EA6-9D2CA80309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20035859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62E0D-4B0F-E6E2-50FA-FA67560F6D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F11C4A38-C9DA-8F5C-5F92-2BE5B1BC4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ECBB7AF-3D8D-EDAB-9A79-9C77C0CD64E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會員：socio / member  ///  月費：mensualidad / monthly fee  ///  試用：prueba / trial</a:t>
            </a:r>
          </a:p>
          <a:p>
            <a:r>
              <a:t>學生：estudiante / student  ///  折扣：descuento / discount  ///  報名：inscribirse / sign up</a:t>
            </a:r>
          </a:p>
          <a:p>
            <a:r>
              <a:t>時間表：horario / schedule</a:t>
            </a:r>
          </a:p>
          <a:p/>
          <a:p>
            <a:r>
              <a:t>旅客：你好，我想辦會員。</a:t>
            </a:r>
          </a:p>
          <a:p>
            <a:r>
              <a:t>櫃台：月費一千二，可以試用一次。</a:t>
            </a:r>
          </a:p>
          <a:p>
            <a:r>
              <a:t>旅客：有學生價嗎？</a:t>
            </a:r>
          </a:p>
          <a:p>
            <a:r>
              <a:t>櫃台：有，有八折的折扣。</a:t>
            </a:r>
          </a:p>
          <a:p>
            <a:r>
              <a:t>旅客：我可以報名團體課嗎？</a:t>
            </a:r>
          </a:p>
          <a:p>
            <a:r>
              <a:t>櫃台：可以，請看時間表。</a:t>
            </a:r>
          </a:p>
          <a:p/>
          <a:p>
            <a:r>
              <a:t>Viajero: Hola, quiero hacerme socio.</a:t>
            </a:r>
          </a:p>
          <a:p>
            <a:r>
              <a:t>Recepción: La mensualidad es mil doscientos, y puede probar una vez.</a:t>
            </a:r>
          </a:p>
          <a:p>
            <a:r>
              <a:t>Viajero: ¿Hay precio de estudiante?</a:t>
            </a:r>
          </a:p>
          <a:p>
            <a:r>
              <a:t>Recepción: Sí, hay un descuento del veinte por ciento.</a:t>
            </a:r>
          </a:p>
          <a:p>
            <a:r>
              <a:t>Viajero: ¿Puedo inscribirme en una clase grupal?</a:t>
            </a:r>
          </a:p>
          <a:p>
            <a:r>
              <a:t>Recepción: Sí, mire el horario.</a:t>
            </a:r>
          </a:p>
          <a:p/>
          <a:p>
            <a:r>
              <a:t>Traveler: Hello, I want to become a member.</a:t>
            </a:r>
          </a:p>
          <a:p>
            <a:r>
              <a:t>Desk: The monthly fee is NT$1,200, and you can try once.</a:t>
            </a:r>
          </a:p>
          <a:p>
            <a:r>
              <a:t>Traveler: Is there a student price?</a:t>
            </a:r>
          </a:p>
          <a:p>
            <a:r>
              <a:t>Desk: Yes, there is a 20% discount.</a:t>
            </a:r>
          </a:p>
          <a:p>
            <a:r>
              <a:t>Traveler: Can I sign up for a group class?</a:t>
            </a:r>
          </a:p>
          <a:p>
            <a:r>
              <a:t>Desk: Yes, please look at the schedule.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B6D396BC-98F4-9A9B-B680-030DA87460A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480180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8991F5-B7C9-4EAB-8E94-307A4A385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BF8D44C-6C05-9742-7C12-C4D07321E60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FEAA4116-C8AB-C1C6-E4E6-E1306EE97A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正確順序（填數字）：1 → 6 → 2 → 3 → 5 → 4</a:t>
            </a:r>
          </a:p>
          <a:p/>
          <a:p>
            <a:r>
              <a:t>旅客：請問今天晚上有羽球場嗎？</a:t>
            </a:r>
          </a:p>
          <a:p>
            <a:r>
              <a:t>櫃台：有，七點到八點可以。</a:t>
            </a:r>
          </a:p>
          <a:p>
            <a:r>
              <a:t>旅客：一小時多少錢？</a:t>
            </a:r>
          </a:p>
          <a:p>
            <a:r>
              <a:t>櫃台：三百塊。</a:t>
            </a:r>
          </a:p>
          <a:p>
            <a:r>
              <a:t>旅客：可以租球拍嗎？</a:t>
            </a:r>
          </a:p>
          <a:p>
            <a:r>
              <a:t>櫃台：可以，一支五十塊。</a:t>
            </a:r>
          </a:p>
          <a:p/>
          <a:p>
            <a:r>
              <a:t>Viajero: ¿Hay cancha de bádminton esta noche?</a:t>
            </a:r>
          </a:p>
          <a:p>
            <a:r>
              <a:t>Recepción: Sí, de siete a ocho.</a:t>
            </a:r>
          </a:p>
          <a:p>
            <a:r>
              <a:t>Viajero: ¿Cuánto cuesta por hora?</a:t>
            </a:r>
          </a:p>
          <a:p>
            <a:r>
              <a:t>Recepción: Trescientos dólares.</a:t>
            </a:r>
          </a:p>
          <a:p>
            <a:r>
              <a:t>Viajero: ¿Se pueden alquilar raquetas?</a:t>
            </a:r>
          </a:p>
          <a:p>
            <a:r>
              <a:t>Recepción: Sí, cincuenta dólares cada una.</a:t>
            </a:r>
          </a:p>
          <a:p/>
          <a:p>
            <a:r>
              <a:t>Traveler: Is there a badminton court tonight?</a:t>
            </a:r>
          </a:p>
          <a:p>
            <a:r>
              <a:t>Desk: Yes, from 7 to 8.</a:t>
            </a:r>
          </a:p>
          <a:p>
            <a:r>
              <a:t>Traveler: How much per hour?</a:t>
            </a:r>
          </a:p>
          <a:p>
            <a:r>
              <a:t>Desk: NT$300.</a:t>
            </a:r>
          </a:p>
          <a:p>
            <a:r>
              <a:t>Traveler: Can I rent rackets?</a:t>
            </a:r>
          </a:p>
          <a:p>
            <a:r>
              <a:t>Desk: Yes, NT$50 each.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74BA323B-1DB6-3096-060E-4F15D99096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64515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C81C1D-85BC-90D4-29B4-0E71FC1F15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CD83BA7-F727-B5A7-684F-4946E64352D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C092D9A6-F4C1-5CD7-B567-BD05AA4CAB0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角色扮演提示：會員 / 場地 / 受傷</a:t>
            </a:r>
          </a:p>
          <a:p>
            <a:r>
              <a:t>你常運動嗎？ ¿Haces ejercicio seguido?</a:t>
            </a:r>
          </a:p>
          <a:p>
            <a:r>
              <a:t>你喜歡什麼運動？ ¿Qué deporte te gusta?</a:t>
            </a:r>
          </a:p>
          <a:p>
            <a:r>
              <a:t>你去哪裡運動？ ¿Dónde haces ejercicio?</a:t>
            </a:r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B1E3B6D-FF5F-5683-1D2A-EC9D59E6EF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32A5AE4-F878-42EA-B79B-BBD52783C2B5}" type="slidenum">
              <a:rPr lang="zh-TW" altLang="en-US" smtClean="0"/>
              <a:t>19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60892325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更衣室：vestidor / locker room  ///  毛巾：toalla / towel  ///  置物櫃：casillero / locker</a:t>
            </a:r>
          </a:p>
          <a:p>
            <a:r>
              <a:t>鎖：candado / lock  ///  器材：equipo / equipment  ///  重量：peso / weight</a:t>
            </a:r>
          </a:p>
          <a:p/>
          <a:p>
            <a:r>
              <a:t>旅客：請問更衣室在哪裡？</a:t>
            </a:r>
          </a:p>
          <a:p>
            <a:r>
              <a:t>教練：在二樓，要自己帶毛巾。</a:t>
            </a:r>
          </a:p>
          <a:p>
            <a:r>
              <a:t>旅客：置物櫃要付錢嗎？</a:t>
            </a:r>
          </a:p>
          <a:p>
            <a:r>
              <a:t>教練：要投十塊，要自己帶鎖。</a:t>
            </a:r>
          </a:p>
          <a:p>
            <a:r>
              <a:t>旅客：這台器材怎麼用？</a:t>
            </a:r>
          </a:p>
          <a:p>
            <a:r>
              <a:t>教練：我來教你調重量。</a:t>
            </a:r>
          </a:p>
          <a:p/>
          <a:p>
            <a:r>
              <a:t>Viajero: ¿Dónde está el vestidor?</a:t>
            </a:r>
          </a:p>
          <a:p>
            <a:r>
              <a:t>Entrenador: En el segundo piso; hay que traer su toalla.</a:t>
            </a:r>
          </a:p>
          <a:p>
            <a:r>
              <a:t>Viajero: ¿Hay que pagar por el casillero?</a:t>
            </a:r>
          </a:p>
          <a:p>
            <a:r>
              <a:t>Entrenador: Se meten diez dólares, y traiga su candado.</a:t>
            </a:r>
          </a:p>
          <a:p>
            <a:r>
              <a:t>Viajero: ¿Cómo se usa este equipo?</a:t>
            </a:r>
          </a:p>
          <a:p>
            <a:r>
              <a:t>Entrenador: Le enseño a ajustar el peso.</a:t>
            </a:r>
          </a:p>
          <a:p/>
          <a:p>
            <a:r>
              <a:t>Traveler: Where is the locker room?</a:t>
            </a:r>
          </a:p>
          <a:p>
            <a:r>
              <a:t>Trainer: On the second floor; bring your own towel.</a:t>
            </a:r>
          </a:p>
          <a:p>
            <a:r>
              <a:t>Traveler: Do I pay for the locker?</a:t>
            </a:r>
          </a:p>
          <a:p>
            <a:r>
              <a:t>Trainer: Insert NT$10, and bring your own lock.</a:t>
            </a:r>
          </a:p>
          <a:p>
            <a:r>
              <a:t>Traveler: How do I use this equipment?</a:t>
            </a:r>
          </a:p>
          <a:p>
            <a:r>
              <a:t>Trainer: I will show you how to adjust the weight.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正確順序（填數字）：5 → 3 → 1 → 4 → 6 → 2</a:t>
            </a:r>
          </a:p>
          <a:p/>
          <a:p>
            <a:r>
              <a:t>旅客：請問瑜珈課幾點開始？</a:t>
            </a:r>
          </a:p>
          <a:p>
            <a:r>
              <a:t>教練：晚上七點。</a:t>
            </a:r>
          </a:p>
          <a:p>
            <a:r>
              <a:t>旅客：我是初學者，可以上嗎？</a:t>
            </a:r>
          </a:p>
          <a:p>
            <a:r>
              <a:t>教練：可以，歡迎。</a:t>
            </a:r>
          </a:p>
          <a:p>
            <a:r>
              <a:t>旅客：要先報名嗎？</a:t>
            </a:r>
          </a:p>
          <a:p>
            <a:r>
              <a:t>教練：要，請在櫃台報名。</a:t>
            </a:r>
          </a:p>
          <a:p/>
          <a:p>
            <a:r>
              <a:t>Viajero: ¿A qué hora empieza la clase de yoga?</a:t>
            </a:r>
          </a:p>
          <a:p>
            <a:r>
              <a:t>Entrenador: A las siete de la noche.</a:t>
            </a:r>
          </a:p>
          <a:p>
            <a:r>
              <a:t>Viajero: Soy principiante, ¿puedo entrar?</a:t>
            </a:r>
          </a:p>
          <a:p>
            <a:r>
              <a:t>Entrenador: Sí, bienvenido.</a:t>
            </a:r>
          </a:p>
          <a:p>
            <a:r>
              <a:t>Viajero: ¿Hay que inscribirse antes?</a:t>
            </a:r>
          </a:p>
          <a:p>
            <a:r>
              <a:t>Entrenador: Sí, inscríbase en la recepción.</a:t>
            </a:r>
          </a:p>
          <a:p/>
          <a:p>
            <a:r>
              <a:t>Traveler: What time does the yoga class start?</a:t>
            </a:r>
          </a:p>
          <a:p>
            <a:r>
              <a:t>Trainer: At 7 p.m.</a:t>
            </a:r>
          </a:p>
          <a:p>
            <a:r>
              <a:t>Traveler: I'm a beginner. Can I join?</a:t>
            </a:r>
          </a:p>
          <a:p>
            <a:r>
              <a:t>Trainer: Yes, welcome.</a:t>
            </a:r>
          </a:p>
          <a:p>
            <a:r>
              <a:t>Traveler: Do I need to sign up first?</a:t>
            </a:r>
          </a:p>
          <a:p>
            <a:r>
              <a:t>Trainer: Yes, please sign up at the front desk.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正確順序（填數字）：4 → 3 → 6 → 2 → 8 → 7 → 1 → 5</a:t>
            </a:r>
          </a:p>
          <a:p/>
          <a:p>
            <a:r>
              <a:t>旅客：不好意思，我的腳扭到了。</a:t>
            </a:r>
          </a:p>
          <a:p>
            <a:r>
              <a:t>教練：你坐下來，不要動。</a:t>
            </a:r>
          </a:p>
          <a:p>
            <a:r>
              <a:t>旅客：這裡有急救箱嗎？</a:t>
            </a:r>
          </a:p>
          <a:p>
            <a:r>
              <a:t>教練：有，我去拿。</a:t>
            </a:r>
          </a:p>
          <a:p>
            <a:r>
              <a:t>旅客：我不舒服，想休息一下。</a:t>
            </a:r>
          </a:p>
          <a:p>
            <a:r>
              <a:t>教練：好，我幫你叫救護車。</a:t>
            </a:r>
          </a:p>
          <a:p>
            <a:r>
              <a:t>旅客：謝謝你。</a:t>
            </a:r>
          </a:p>
          <a:p>
            <a:r>
              <a:t>教練：不客氣，別擔心。</a:t>
            </a:r>
          </a:p>
          <a:p/>
          <a:p>
            <a:r>
              <a:t>Viajero: Disculpe, me torcí el tobillo.</a:t>
            </a:r>
          </a:p>
          <a:p>
            <a:r>
              <a:t>Entrenador: Siéntese y no se mueva.</a:t>
            </a:r>
          </a:p>
          <a:p>
            <a:r>
              <a:t>Viajero: ¿Hay un botiquín aquí?</a:t>
            </a:r>
          </a:p>
          <a:p>
            <a:r>
              <a:t>Entrenador: Sí, voy por él.</a:t>
            </a:r>
          </a:p>
          <a:p>
            <a:r>
              <a:t>Viajero: No me siento bien; quiero descansar.</a:t>
            </a:r>
          </a:p>
          <a:p>
            <a:r>
              <a:t>Entrenador: Bien, le llamo una ambulancia.</a:t>
            </a:r>
          </a:p>
          <a:p>
            <a:r>
              <a:t>Viajero: Gracias.</a:t>
            </a:r>
          </a:p>
          <a:p>
            <a:r>
              <a:t>Entrenador: De nada, no se preocupe.</a:t>
            </a:r>
          </a:p>
          <a:p/>
          <a:p>
            <a:r>
              <a:t>Traveler: Excuse me, I twisted my ankle.</a:t>
            </a:r>
          </a:p>
          <a:p>
            <a:r>
              <a:t>Trainer: Sit down and don't move.</a:t>
            </a:r>
          </a:p>
          <a:p>
            <a:r>
              <a:t>Traveler: Is there a first-aid kit here?</a:t>
            </a:r>
          </a:p>
          <a:p>
            <a:r>
              <a:t>Trainer: Yes, I will get it.</a:t>
            </a:r>
          </a:p>
          <a:p>
            <a:r>
              <a:t>Traveler: I don't feel well; I want to rest.</a:t>
            </a:r>
          </a:p>
          <a:p>
            <a:r>
              <a:t>Trainer: OK, I will call an ambulance.</a:t>
            </a:r>
          </a:p>
          <a:p>
            <a:r>
              <a:t>Traveler: Thank you.</a:t>
            </a:r>
          </a:p>
          <a:p>
            <a:r>
              <a:t>Trainer: You're welcome, don't worry.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A80B68F-12C4-4572-87D8-E6E6225489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32000" y="1496484"/>
            <a:ext cx="12192000" cy="3183467"/>
          </a:xfrm>
        </p:spPr>
        <p:txBody>
          <a:bodyPr anchor="b"/>
          <a:lstStyle>
            <a:lvl1pPr algn="ctr">
              <a:defRPr sz="8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A6882F5-AAB7-49FF-9ABA-838462E0450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32000" y="4802717"/>
            <a:ext cx="12192000" cy="2207683"/>
          </a:xfrm>
        </p:spPr>
        <p:txBody>
          <a:bodyPr/>
          <a:lstStyle>
            <a:lvl1pPr marL="0" indent="0" algn="ctr">
              <a:buNone/>
              <a:defRPr sz="3200"/>
            </a:lvl1pPr>
            <a:lvl2pPr marL="609585" indent="0" algn="ctr">
              <a:buNone/>
              <a:defRPr sz="2667"/>
            </a:lvl2pPr>
            <a:lvl3pPr marL="1219170" indent="0" algn="ctr">
              <a:buNone/>
              <a:defRPr sz="2400"/>
            </a:lvl3pPr>
            <a:lvl4pPr marL="1828754" indent="0" algn="ctr">
              <a:buNone/>
              <a:defRPr sz="2133"/>
            </a:lvl4pPr>
            <a:lvl5pPr marL="2438339" indent="0" algn="ctr">
              <a:buNone/>
              <a:defRPr sz="2133"/>
            </a:lvl5pPr>
            <a:lvl6pPr marL="3047924" indent="0" algn="ctr">
              <a:buNone/>
              <a:defRPr sz="2133"/>
            </a:lvl6pPr>
            <a:lvl7pPr marL="3657509" indent="0" algn="ctr">
              <a:buNone/>
              <a:defRPr sz="2133"/>
            </a:lvl7pPr>
            <a:lvl8pPr marL="4267093" indent="0" algn="ctr">
              <a:buNone/>
              <a:defRPr sz="2133"/>
            </a:lvl8pPr>
            <a:lvl9pPr marL="4876678" indent="0" algn="ctr">
              <a:buNone/>
              <a:defRPr sz="2133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AC4B99D-A51F-4EFC-AA00-08CE18130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BB97DFB-E329-4F7F-BE10-239C93C7B2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DC48329-9BF7-457F-A130-8FC6F503E4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777406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A10088C-485F-42EF-8030-FAB03EDE61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945A13D-823A-4811-B423-CE717B9FAE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960075-53C3-468B-8C07-5972A0049B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D2AF9E-28E5-4A4B-AD70-B41367DD51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3E8152B-A8D6-442B-BC46-4C9E6FE75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547445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D4B4A36-CFE7-4936-AACF-E5BF470299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09133" y="2279652"/>
            <a:ext cx="14020800" cy="3803649"/>
          </a:xfrm>
        </p:spPr>
        <p:txBody>
          <a:bodyPr anchor="b"/>
          <a:lstStyle>
            <a:lvl1pPr>
              <a:defRPr sz="8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DEC2CA58-680A-44F0-BB09-801C1CB233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9133" y="6119285"/>
            <a:ext cx="14020800" cy="2000249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E4EDE07-6323-4114-AA2B-D4B8F87BA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AD6F603B-C3B7-4921-A0BC-230179EFD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99BA487-AD61-4121-AF00-5BA5961543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126769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B3841ED-AC93-49BA-B5DC-A7F9105E0F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A08F0C5-D41A-41B6-BA13-DFB38933F1B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117600" y="2434167"/>
            <a:ext cx="6908800" cy="5801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534C79E9-BE33-4F57-B652-70F39E878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229600" y="2434167"/>
            <a:ext cx="6908800" cy="5801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76B29FCD-713F-470F-9368-FA4891567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8AA0BCF2-BE85-4D1A-8E39-2F9EF8795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BCD35EE1-0606-4378-9188-3789616EA8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80806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47AD922-A4A5-4CBE-9742-29EF16E450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7" y="486834"/>
            <a:ext cx="14020800" cy="1767417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2E76D1-F989-4D3E-B963-CEEC8556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9718" y="2241551"/>
            <a:ext cx="6877049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E7E5CBB8-D90C-462C-97CA-3D94D95D46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19718" y="3340100"/>
            <a:ext cx="6877049" cy="4912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9AFF5289-7BF8-41C8-9B5A-A635430E251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8229600" y="2241551"/>
            <a:ext cx="6910917" cy="1098549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58F20A36-B54E-4BC9-8EC3-DF9F16278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8229600" y="3340100"/>
            <a:ext cx="6910917" cy="4912784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A23D5F22-2172-41DA-A3A0-1B18937F1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A8BEF55-C700-4C50-BD36-CAA18C5F23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01DFD891-1391-4C7F-B737-A4BC5C7DAE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05349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5332301-1CCA-481F-AE4D-557B981BE8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52EEB2B1-B881-47CA-ABD6-698B03C0C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7F37B4C-B049-48D9-BF03-A11BE4099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7B41792B-1FFB-4168-B98C-E206688E37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040116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77E8E902-CFD7-4A46-9C82-9140EDA399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C327E0CB-8A5E-4B77-8E34-B5210B20F1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9F21A269-7B59-4290-A961-1AAD06809D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8265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1B581A4-D35C-4C38-8046-0C96816C96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2D22C02A-18D7-487C-A20E-B2CE46CE72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>
              <a:defRPr sz="4267"/>
            </a:lvl1pPr>
            <a:lvl2pPr>
              <a:defRPr sz="3733"/>
            </a:lvl2pPr>
            <a:lvl3pPr>
              <a:defRPr sz="3200"/>
            </a:lvl3pPr>
            <a:lvl4pPr>
              <a:defRPr sz="2667"/>
            </a:lvl4pPr>
            <a:lvl5pPr>
              <a:defRPr sz="2667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12547E9-33D9-4D74-94F9-E8577816F6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B490CA51-29FD-4CAB-A358-1E97B27A21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4D68A19-DC5E-476A-ADDD-EEE4D80871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CD9792A5-D6C6-42C0-88B5-B741D8A9E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278828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E1ECDC-C009-4B6D-BB83-FAAD45193D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9718" y="609600"/>
            <a:ext cx="5242983" cy="2133600"/>
          </a:xfrm>
        </p:spPr>
        <p:txBody>
          <a:bodyPr anchor="b"/>
          <a:lstStyle>
            <a:lvl1pPr>
              <a:defRPr sz="4267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8E44EE84-50C8-45E1-8E78-D187FF357C1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6910917" y="1316567"/>
            <a:ext cx="8229600" cy="6498167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E11EA73-72C8-4160-B959-0B8F435629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19718" y="2743200"/>
            <a:ext cx="5242983" cy="5082117"/>
          </a:xfrm>
        </p:spPr>
        <p:txBody>
          <a:bodyPr/>
          <a:lstStyle>
            <a:lvl1pPr marL="0" indent="0">
              <a:buNone/>
              <a:defRPr sz="2133"/>
            </a:lvl1pPr>
            <a:lvl2pPr marL="609585" indent="0">
              <a:buNone/>
              <a:defRPr sz="1867"/>
            </a:lvl2pPr>
            <a:lvl3pPr marL="1219170" indent="0">
              <a:buNone/>
              <a:defRPr sz="1600"/>
            </a:lvl3pPr>
            <a:lvl4pPr marL="1828754" indent="0">
              <a:buNone/>
              <a:defRPr sz="1333"/>
            </a:lvl4pPr>
            <a:lvl5pPr marL="2438339" indent="0">
              <a:buNone/>
              <a:defRPr sz="1333"/>
            </a:lvl5pPr>
            <a:lvl6pPr marL="3047924" indent="0">
              <a:buNone/>
              <a:defRPr sz="1333"/>
            </a:lvl6pPr>
            <a:lvl7pPr marL="3657509" indent="0">
              <a:buNone/>
              <a:defRPr sz="1333"/>
            </a:lvl7pPr>
            <a:lvl8pPr marL="4267093" indent="0">
              <a:buNone/>
              <a:defRPr sz="1333"/>
            </a:lvl8pPr>
            <a:lvl9pPr marL="4876678" indent="0">
              <a:buNone/>
              <a:defRPr sz="1333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BDED110-3341-46D5-9953-84F97C9BE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0AE14FE7-AFA4-4160-975F-A1D7ACB0F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6F0571B-7ECC-4128-B396-F594599F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012720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186D4B2-A1A1-4648-9523-7BDC2C8D93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5BCE9A16-B435-4B5D-B119-872F725098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04034519-4A88-4E15-BED0-2860252B94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199377-B691-4DBC-8CB9-AED86CD36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D6E36CE-ACAC-4E74-8AA8-E005AF255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536139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2950E7EB-8631-4F40-8298-9F3665882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11633200" y="486834"/>
            <a:ext cx="3505200" cy="7749117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DA9E4D74-F947-48F0-815A-9FB1743FAC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1117600" y="486834"/>
            <a:ext cx="10312400" cy="77491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FB69679-EA51-4C48-B0F1-0DB8B98B3F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F69F74E-9273-47E1-B33F-A7E04EF46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41E08EE-758A-4B1C-AF00-1D583671E7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867772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3B4FE16E-A493-4AA2-B063-D815802E2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7600" y="486834"/>
            <a:ext cx="14020800" cy="176741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0ACEBE22-CDE3-4AC2-B295-CCF423F22C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17600" y="2434167"/>
            <a:ext cx="14020800" cy="580178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7FDCA366-607E-4525-A73E-59F439F434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1176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E45FB9-93F7-45E0-B8F0-1D6B9B5798B1}" type="datetimeFigureOut">
              <a:rPr lang="zh-TW" altLang="en-US" smtClean="0"/>
              <a:t>2026/10/16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AB70584-D3B4-48AC-9081-C3BC0EE243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384800" y="8475134"/>
            <a:ext cx="54864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C6852FDA-A01E-43BB-B7EC-3D7DE828C3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80800" y="8475134"/>
            <a:ext cx="36576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F9E72D-E680-4276-8D9B-57173BAB491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621933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04792" indent="-304792" algn="l" defTabSz="1219170" rtl="0" eaLnBrk="1" latinLnBrk="0" hangingPunct="1">
        <a:lnSpc>
          <a:spcPct val="90000"/>
        </a:lnSpc>
        <a:spcBef>
          <a:spcPts val="1333"/>
        </a:spcBef>
        <a:buFont typeface="Arial" panose="020B0604020202020204" pitchFamily="34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91437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46689-9EF7-CDA4-7C12-CEA82748FD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3CEBB10-835E-6B4B-CEF3-A480DBDBE465}"/>
              </a:ext>
            </a:extLst>
          </p:cNvPr>
          <p:cNvSpPr txBox="1"/>
          <p:nvPr/>
        </p:nvSpPr>
        <p:spPr>
          <a:xfrm>
            <a:off x="203200" y="152400"/>
            <a:ext cx="158496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32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9604699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BB9C42-E8A3-4CB9-5596-E3C8381C24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527C1910-22F4-E51F-1DAF-D8D83F905992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87504D1A-4670-15B1-2329-0072B7E17C03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健身房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gimnasio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会员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socio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月费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mensualidad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试用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prueba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折扣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descuento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学生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estudiante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例：旅客在健身房櫃台，櫃台人員拿著價目表說明</a:t>
            </a:r>
          </a:p>
        </p:txBody>
      </p:sp>
    </p:spTree>
    <p:extLst>
      <p:ext uri="{BB962C8B-B14F-4D97-AF65-F5344CB8AC3E}">
        <p14:creationId xmlns:p14="http://schemas.microsoft.com/office/powerpoint/2010/main" val="1159572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F90E35-8F19-F718-1AA9-4EF2FAA0CE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44F61F47-5B0C-E4C6-67C6-E8D27469E460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F19AC89B-A9FB-7A0A-CBC5-195FA6A0EFF7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器材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equipo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跑步机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cinta de correr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重量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peso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哑铃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mancuerna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教练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entrenador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用完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terminar de usar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例：旅客站在跑步機旁，請教練教他怎麼用</a:t>
            </a:r>
          </a:p>
        </p:txBody>
      </p:sp>
    </p:spTree>
    <p:extLst>
      <p:ext uri="{BB962C8B-B14F-4D97-AF65-F5344CB8AC3E}">
        <p14:creationId xmlns:p14="http://schemas.microsoft.com/office/powerpoint/2010/main" val="7435939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C5A9DC-A444-ABBE-9ACE-D32F767872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E7EB5E7-3673-BF95-8BC1-67A0DF7D69A1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4378376-3E69-D628-1F84-38CC7677DA22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课程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clase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瑜珈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yoga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报名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inscribirse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初学者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principiante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开始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empezar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时间表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horario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例：旅客看著牆上的課程時間表，問櫃台人員</a:t>
            </a:r>
          </a:p>
        </p:txBody>
      </p:sp>
    </p:spTree>
    <p:extLst>
      <p:ext uri="{BB962C8B-B14F-4D97-AF65-F5344CB8AC3E}">
        <p14:creationId xmlns:p14="http://schemas.microsoft.com/office/powerpoint/2010/main" val="9651916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9B3121-1F65-4908-0D16-CF0AA2F18A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9C19E1CA-BF4D-12B6-8CFB-F0265A028420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0D834EC5-6CB4-F25C-D21F-0F0100739141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更衣室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vestidor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置物柜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casillero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毛巾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toalla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淋浴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ducha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锁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candado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押金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depósito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例：旅客在更衣室，把背包放進置物櫃</a:t>
            </a:r>
          </a:p>
        </p:txBody>
      </p:sp>
    </p:spTree>
    <p:extLst>
      <p:ext uri="{BB962C8B-B14F-4D97-AF65-F5344CB8AC3E}">
        <p14:creationId xmlns:p14="http://schemas.microsoft.com/office/powerpoint/2010/main" val="22612421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CE0EE-F94B-C87E-6079-51D6E2AE7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C80B5A8-6FF1-CCA5-A41B-3D69790D03DE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4873663-93C2-3DAF-EABE-9738762283CC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羽球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bádminton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桌球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tenis de mesa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场地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cancha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球拍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raqueta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租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alquilar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一小时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una hora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例：旅客和朋友在運動中心櫃台預約羽球場</a:t>
            </a:r>
          </a:p>
        </p:txBody>
      </p:sp>
    </p:spTree>
    <p:extLst>
      <p:ext uri="{BB962C8B-B14F-4D97-AF65-F5344CB8AC3E}">
        <p14:creationId xmlns:p14="http://schemas.microsoft.com/office/powerpoint/2010/main" val="19085604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8CE0EE-F94B-C87E-6079-51D6E2AE78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DC80B5A8-6FF1-CCA5-A41B-3D69790D03DE}"/>
              </a:ext>
            </a:extLst>
          </p:cNvPr>
          <p:cNvSpPr txBox="1"/>
          <p:nvPr/>
        </p:nvSpPr>
        <p:spPr>
          <a:xfrm>
            <a:off x="5994400" y="152400"/>
            <a:ext cx="100584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s-ES" altLang="zh-TW" sz="36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14873663-93C2-3DAF-EABE-9738762283CC}"/>
              </a:ext>
            </a:extLst>
          </p:cNvPr>
          <p:cNvSpPr txBox="1"/>
          <p:nvPr/>
        </p:nvSpPr>
        <p:spPr>
          <a:xfrm>
            <a:off x="203200" y="4267200"/>
            <a:ext cx="5181600" cy="4622795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受伤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lesionarse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扭到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torcerse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不舒服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sentirse mal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休息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descansar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救护车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ambulancia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>
              <a:lnSpc>
                <a:spcPct val="150000"/>
              </a:lnSpc>
            </a:pPr>
            <a:r>
              <a:rPr lang="zh-TW" altLang="en-US" sz="28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急救箱</a:t>
            </a:r>
            <a:r>
              <a:rPr lang="en-US" altLang="zh-TW" sz="2800" dirty="0" err="1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botiquín</a:t>
            </a:r>
            <a:endParaRPr lang="en-US" altLang="zh-TW" sz="28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10" name="圖片位置"/>
          <p:cNvSpPr/>
          <p:nvPr/>
        </p:nvSpPr>
        <p:spPr>
          <a:xfrm>
            <a:off x="203200" y="152400"/>
            <a:ext cx="5181600" cy="3900000"/>
          </a:xfrm>
          <a:prstGeom prst="rect">
            <a:avLst/>
          </a:prstGeom>
          <a:noFill/>
          <a:ln w="25400">
            <a:solidFill>
              <a:srgbClr val="999999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r>
              <a:rPr sz="2000">
                <a:solidFill>
                  <a:srgbClr val="777777"/>
                </a:solidFill>
              </a:rPr>
              <a:t>（在這裡放圖）</a:t>
            </a:r>
          </a:p>
          <a:p>
            <a:r>
              <a:rPr sz="2000">
                <a:solidFill>
                  <a:srgbClr val="777777"/>
                </a:solidFill>
              </a:rPr>
              <a:t>例：旅客坐在地上抱著腳，教練蹲下來關心</a:t>
            </a:r>
          </a:p>
        </p:txBody>
      </p:sp>
    </p:spTree>
    <p:extLst>
      <p:ext uri="{BB962C8B-B14F-4D97-AF65-F5344CB8AC3E}">
        <p14:creationId xmlns:p14="http://schemas.microsoft.com/office/powerpoint/2010/main" val="19085604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52BE9-822E-59B8-B184-9663C0A6F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2FFF326D-31FE-6DAA-7EAC-1C3C848871AD}"/>
              </a:ext>
            </a:extLst>
          </p:cNvPr>
          <p:cNvSpPr txBox="1"/>
          <p:nvPr/>
        </p:nvSpPr>
        <p:spPr>
          <a:xfrm>
            <a:off x="127000" y="1981200"/>
            <a:ext cx="16002000" cy="7059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旅客：你好，我想办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柜台：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一千二，可以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一次。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旅客：有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价吗？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柜台：有，有八折的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旅客：我可以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团体课吗？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柜台：可以，请看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44F0EE-3A2E-E804-C414-7B6A81C88036}"/>
              </a:ext>
            </a:extLst>
          </p:cNvPr>
          <p:cNvSpPr txBox="1"/>
          <p:nvPr/>
        </p:nvSpPr>
        <p:spPr>
          <a:xfrm>
            <a:off x="126999" y="103150"/>
            <a:ext cx="16002000" cy="1828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月费  会员  试用  报名  时间表  折扣  学生</a:t>
            </a:r>
            <a:endParaRPr lang="zh-TW" altLang="en-US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C386B6C-B744-337D-88CE-C423B57F4284}"/>
              </a:ext>
            </a:extLst>
          </p:cNvPr>
          <p:cNvSpPr txBox="1"/>
          <p:nvPr/>
        </p:nvSpPr>
        <p:spPr>
          <a:xfrm>
            <a:off x="12200000" y="6019801"/>
            <a:ext cx="39000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798665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52BE9-822E-59B8-B184-9663C0A6FD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2FFF326D-31FE-6DAA-7EAC-1C3C848871AD}"/>
              </a:ext>
            </a:extLst>
          </p:cNvPr>
          <p:cNvSpPr txBox="1"/>
          <p:nvPr/>
        </p:nvSpPr>
        <p:spPr>
          <a:xfrm>
            <a:off x="127000" y="1981200"/>
            <a:ext cx="16002000" cy="705965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旅客：请问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在哪里？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教练：在二楼，要自己带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要付钱吗？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教练：要投十块，要自己带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旅客：这台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怎么用？</a:t>
            </a:r>
          </a:p>
          <a:p>
            <a:pPr>
              <a:lnSpc>
                <a:spcPct val="150000"/>
              </a:lnSpc>
            </a:pP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教练：我来教你调</a:t>
            </a:r>
            <a:r>
              <a:rPr lang="en-US" altLang="zh-CN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_______</a:t>
            </a:r>
            <a:r>
              <a:rPr lang="zh-CN" altLang="en-US" sz="4267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8044F0EE-3A2E-E804-C414-7B6A81C88036}"/>
              </a:ext>
            </a:extLst>
          </p:cNvPr>
          <p:cNvSpPr txBox="1"/>
          <p:nvPr/>
        </p:nvSpPr>
        <p:spPr>
          <a:xfrm>
            <a:off x="126999" y="103150"/>
            <a:ext cx="16002000" cy="18288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r>
              <a:rPr lang="zh-CN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置物柜  更衣室  毛巾  重量  器材  锁</a:t>
            </a:r>
            <a:endParaRPr lang="zh-TW" altLang="en-US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CC386B6C-B744-337D-88CE-C423B57F4284}"/>
              </a:ext>
            </a:extLst>
          </p:cNvPr>
          <p:cNvSpPr txBox="1"/>
          <p:nvPr/>
        </p:nvSpPr>
        <p:spPr>
          <a:xfrm>
            <a:off x="12200000" y="6019801"/>
            <a:ext cx="39000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10798665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4421827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5.旅客：可以租球拍吗？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1.旅客：请问今天晚上有羽球场吗？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3292766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4.柜台：可以，一支五十块。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2230781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3.柜台：三百块。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1189244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2.旅客：一小时多少钱？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5538023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6.柜台：有，七点到八点可以。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1132443" y="6650000"/>
            <a:ext cx="4648200" cy="240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4421827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5.旅客：请问瑜珈课几点开始？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1.旅客：我是初学者，可以上吗？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3292766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4.教练：可以，欢迎。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2230781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3.教练：晚上七点。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1189244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2.教练：要，请在柜台报名。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5538023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6.旅客：要先报名吗？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1132443" y="6650000"/>
            <a:ext cx="4648200" cy="2400000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653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7.教练：好，我帮你叫救护车。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1.旅客：谢谢你。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546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6.旅客：这里有急救箱吗？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439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5.教练：不客气，别担心。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332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4.旅客：不好意思，我的脚扭到了。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760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8.旅客：我不舒服，想休息一下。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2200000" y="6002520"/>
            <a:ext cx="39000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  <p:sp>
        <p:nvSpPr>
          <p:cNvPr id="13" name="文字方塊 1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2.教练：有，我去拿。</a:t>
            </a:r>
          </a:p>
        </p:txBody>
      </p:sp>
      <p:sp>
        <p:nvSpPr>
          <p:cNvPr id="14" name="文字方塊 14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225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3.教练：你坐下来，不要动。</a:t>
            </a: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BAEE9B-37B2-B762-E3BF-FAF2370696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E00262B8-9FC3-847A-B6CA-F56BB2835FC1}"/>
              </a:ext>
            </a:extLst>
          </p:cNvPr>
          <p:cNvSpPr txBox="1"/>
          <p:nvPr/>
        </p:nvSpPr>
        <p:spPr>
          <a:xfrm>
            <a:off x="287239" y="4421827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5.</a:t>
            </a:r>
          </a:p>
        </p:txBody>
      </p:sp>
      <p:sp>
        <p:nvSpPr>
          <p:cNvPr id="4" name="文字方塊 3">
            <a:extLst>
              <a:ext uri="{FF2B5EF4-FFF2-40B4-BE49-F238E27FC236}">
                <a16:creationId xmlns:a16="http://schemas.microsoft.com/office/drawing/2014/main" id="{C7C9C6CC-DF75-D134-B571-C6D8681B9BC8}"/>
              </a:ext>
            </a:extLst>
          </p:cNvPr>
          <p:cNvSpPr txBox="1"/>
          <p:nvPr/>
        </p:nvSpPr>
        <p:spPr>
          <a:xfrm>
            <a:off x="282243" y="118515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1.</a:t>
            </a: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869F5F90-E364-7387-93CB-BBD57B24B31A}"/>
              </a:ext>
            </a:extLst>
          </p:cNvPr>
          <p:cNvSpPr txBox="1"/>
          <p:nvPr/>
        </p:nvSpPr>
        <p:spPr>
          <a:xfrm>
            <a:off x="287239" y="3292766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4.</a:t>
            </a: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E5FCAB1B-02F9-DAF3-4880-F3DDEC898488}"/>
              </a:ext>
            </a:extLst>
          </p:cNvPr>
          <p:cNvSpPr txBox="1"/>
          <p:nvPr/>
        </p:nvSpPr>
        <p:spPr>
          <a:xfrm>
            <a:off x="266835" y="2230781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3.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7721BC5-6F78-D075-53BA-1397B5010705}"/>
              </a:ext>
            </a:extLst>
          </p:cNvPr>
          <p:cNvSpPr txBox="1"/>
          <p:nvPr/>
        </p:nvSpPr>
        <p:spPr>
          <a:xfrm>
            <a:off x="276413" y="1189244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2.</a:t>
            </a:r>
          </a:p>
        </p:txBody>
      </p:sp>
      <p:sp>
        <p:nvSpPr>
          <p:cNvPr id="12" name="文字方塊 11">
            <a:extLst>
              <a:ext uri="{FF2B5EF4-FFF2-40B4-BE49-F238E27FC236}">
                <a16:creationId xmlns:a16="http://schemas.microsoft.com/office/drawing/2014/main" id="{79545D92-7970-AB7C-278C-C3040B1F0784}"/>
              </a:ext>
            </a:extLst>
          </p:cNvPr>
          <p:cNvSpPr txBox="1"/>
          <p:nvPr/>
        </p:nvSpPr>
        <p:spPr>
          <a:xfrm>
            <a:off x="266834" y="5538023"/>
            <a:ext cx="15513809" cy="928994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>
              <a:lnSpc>
                <a:spcPct val="150000"/>
              </a:lnSpc>
            </a:pPr>
            <a:r>
              <a:rPr lang="en-US" altLang="zh-TW" sz="40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6.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9DCB911C-4FAB-54A8-5E30-BB5D6F8FBC10}"/>
              </a:ext>
            </a:extLst>
          </p:cNvPr>
          <p:cNvSpPr txBox="1"/>
          <p:nvPr/>
        </p:nvSpPr>
        <p:spPr>
          <a:xfrm>
            <a:off x="11132443" y="6002520"/>
            <a:ext cx="4648200" cy="272014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12700">
            <a:solidFill>
              <a:schemeClr val="accent4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>
              <a:lnSpc>
                <a:spcPct val="150000"/>
              </a:lnSpc>
            </a:pPr>
            <a:endParaRPr lang="es-ES" altLang="zh-TW" sz="2400" dirty="0">
              <a:latin typeface="澳聲通拼音庫楷-繁" panose="03000500000000000000" pitchFamily="66" charset="-120"/>
              <a:ea typeface="澳聲通拼音庫楷-繁" panose="03000500000000000000" pitchFamily="66" charset="-120"/>
              <a:cs typeface="澳聲通拼音庫楷-繁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84364051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83B86557-6F1F-BB9E-50AF-624180ADD6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字方塊 2">
            <a:extLst>
              <a:ext uri="{FF2B5EF4-FFF2-40B4-BE49-F238E27FC236}">
                <a16:creationId xmlns:a16="http://schemas.microsoft.com/office/drawing/2014/main" id="{1F1C2D2D-8412-C612-D4D8-BF9AC6614875}"/>
              </a:ext>
            </a:extLst>
          </p:cNvPr>
          <p:cNvSpPr txBox="1"/>
          <p:nvPr/>
        </p:nvSpPr>
        <p:spPr>
          <a:xfrm>
            <a:off x="203200" y="152400"/>
            <a:ext cx="15849600" cy="8737595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38100">
            <a:solidFill>
              <a:schemeClr val="accent6">
                <a:lumMod val="50000"/>
              </a:schemeClr>
            </a:solidFill>
          </a:ln>
        </p:spPr>
        <p:txBody>
          <a:bodyPr wrap="square" rtlCol="0" anchor="ctr">
            <a:noAutofit/>
          </a:bodyPr>
          <a:lstStyle/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你常运动吗</a:t>
            </a:r>
            <a:r>
              <a:rPr lang="en-US" altLang="zh-TW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?</a:t>
            </a: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你喜欢什么运动</a:t>
            </a:r>
            <a:r>
              <a:rPr lang="en-US" altLang="zh-TW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?</a:t>
            </a: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你去哪里运动</a:t>
            </a:r>
            <a:r>
              <a:rPr lang="en-US" altLang="zh-TW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?</a:t>
            </a: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会员</a:t>
            </a:r>
            <a:endParaRPr lang="en-US" altLang="zh-TW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场地</a:t>
            </a:r>
            <a:endParaRPr lang="en-US" altLang="zh-TW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  <a:p>
            <a:pPr algn="ctr"/>
            <a:r>
              <a:rPr lang="zh-TW" altLang="en-US" sz="4400" dirty="0">
                <a:latin typeface="GoodTeacher 正楷拼音" panose="03000500000000000000" pitchFamily="66" charset="-120"/>
                <a:ea typeface="GoodTeacher 正楷拼音" panose="03000500000000000000" pitchFamily="66" charset="-120"/>
                <a:cs typeface="GoodTeacher 正楷拼音" panose="03000500000000000000" pitchFamily="66" charset="-120"/>
              </a:rPr>
              <a:t>受伤</a:t>
            </a:r>
            <a:endParaRPr lang="en-US" altLang="zh-TW" sz="4400" dirty="0">
              <a:latin typeface="GoodTeacher 正楷拼音" panose="03000500000000000000" pitchFamily="66" charset="-120"/>
              <a:ea typeface="GoodTeacher 正楷拼音" panose="03000500000000000000" pitchFamily="66" charset="-120"/>
              <a:cs typeface="GoodTeacher 正楷拼音" panose="03000500000000000000" pitchFamily="66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63526860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2361</TotalTime>
  <Words>3757</Words>
  <Application>Microsoft Office PowerPoint</Application>
  <PresentationFormat>自訂</PresentationFormat>
  <Paragraphs>280</Paragraphs>
  <Slides>19</Slides>
  <Notes>19</Notes>
  <HiddenSlides>4</HiddenSlides>
  <MMClips>0</MMClips>
  <ScaleCrop>false</ScaleCrop>
  <HeadingPairs>
    <vt:vector size="6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19</vt:i4>
      </vt:variant>
    </vt:vector>
  </HeadingPairs>
  <TitlesOfParts>
    <vt:vector size="26" baseType="lpstr">
      <vt:lpstr>GoodTeacher 正楷拼音</vt:lpstr>
      <vt:lpstr>標楷體</vt:lpstr>
      <vt:lpstr>澳聲通拼音庫楷-繁</vt:lpstr>
      <vt:lpstr>Arial</vt:lpstr>
      <vt:lpstr>Calibri</vt:lpstr>
      <vt:lpstr>Calibri Light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ASUS</dc:creator>
  <cp:lastModifiedBy>家斌 王</cp:lastModifiedBy>
  <cp:revision>143</cp:revision>
  <dcterms:created xsi:type="dcterms:W3CDTF">2006-08-16T00:00:00Z</dcterms:created>
  <dcterms:modified xsi:type="dcterms:W3CDTF">2026-10-16T00:28:14Z</dcterms:modified>
</cp:coreProperties>
</file>