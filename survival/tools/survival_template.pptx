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005" r:id="rId2"/>
    <p:sldId id="1130" r:id="rId12"/>
    <p:sldId id="1132" r:id="rId13"/>
    <p:sldId id="1133" r:id="rId14"/>
    <p:sldId id="1134" r:id="rId15"/>
    <p:sldId id="1131" r:id="rId16"/>
    <p:sldId id="1139" r:id="rId30"/>
    <p:sldId id="1102" r:id="rId18"/>
    <p:sldId id="1135" r:id="rId26"/>
    <p:sldId id="1117" r:id="rId19"/>
    <p:sldId id="1138" r:id="rId29"/>
    <p:sldId id="1137" r:id="rId28"/>
    <p:sldId id="1136" r:id="rId27"/>
    <p:sldId id="1007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78167" autoAdjust="0"/>
  </p:normalViewPr>
  <p:slideViewPr>
    <p:cSldViewPr>
      <p:cViewPr varScale="1">
        <p:scale>
          <a:sx n="56" d="100"/>
          <a:sy n="56" d="100"/>
        </p:scale>
        <p:origin x="10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slide" Target="slides/slide18.xml"/><Relationship Id="rId19" Type="http://schemas.openxmlformats.org/officeDocument/2006/relationships/slide" Target="slides/slide20.xml"/><Relationship Id="rId20" Type="http://schemas.openxmlformats.org/officeDocument/2006/relationships/slide" Target="slides/slide2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9.xml"/><Relationship Id="rId27" Type="http://schemas.openxmlformats.org/officeDocument/2006/relationships/slide" Target="slides/slide23.xml"/><Relationship Id="rId28" Type="http://schemas.openxmlformats.org/officeDocument/2006/relationships/slide" Target="slides/slide22.xml"/><Relationship Id="rId29" Type="http://schemas.openxmlformats.org/officeDocument/2006/relationships/slide" Target="slides/slide21.xml"/><Relationship Id="rId30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51B26-2130-410B-AFF9-6349CBB740F7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ACFC3-D488-4052-830D-8EB56C5689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52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E863-3822-E188-34A6-C6138F61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455988-2CD8-88A7-E69D-5DEC52487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914B30-482E-9F4A-89E4-5B696ECA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接下來要學在觀光景點（博物館、美術館、觀景台等）買票和入場可以用到的句子，有問題就要直接問，如果有你想到的其它的狀況也要問你，之後要靠這個生存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09EC1-5E9B-93CA-F226-F97BE26F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000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我可以改期嗎？ ¿Puedo cambiar la fecha?</a:t>
            </a:r>
          </a:p>
          <a:p>
            <a:r>
              <a:t>- 下雨的話可以退票嗎？ Si llueve, ¿se puede reembolsar la entrada?</a:t>
            </a:r>
          </a:p>
          <a:p>
            <a:r>
              <a:t>- 我的票不見了，可以補發嗎？ Perdí mi entrada. ¿Pueden reemitirla?</a:t>
            </a:r>
          </a:p>
          <a:p>
            <a:r>
              <a:t>- 票根要留著嗎？ ¿Tengo que guardar el talón de la entrada?</a:t>
            </a:r>
          </a:p>
          <a:p/>
          <a:p>
            <a:r>
              <a:t>改期：cambiar la fecha, reprogramar / reschedule</a:t>
            </a:r>
          </a:p>
          <a:p>
            <a:r>
              <a:t>退票：reembolsar, devolver la entrada / refund a ticket</a:t>
            </a:r>
          </a:p>
          <a:p>
            <a:r>
              <a:t>補發：reemitir, volver a emitir / reissue</a:t>
            </a:r>
          </a:p>
          <a:p>
            <a:r>
              <a:t>票根：talón de la entrada, resguardo / ticket stub</a:t>
            </a:r>
          </a:p>
          <a:p>
            <a:r>
              <a:t>不見：perderse, extraviarse / lost, missing</a:t>
            </a:r>
          </a:p>
          <a:p>
            <a:r>
              <a:t>下雨：llover / rain</a:t>
            </a:r>
          </a:p>
          <a:p/>
          <a:p>
            <a:r>
              <a:t>- 我可以改期嗎？ Can I change the date?</a:t>
            </a:r>
          </a:p>
          <a:p>
            <a:r>
              <a:t>- 下雨的話可以退票嗎？ If it rains, can I get a refund?</a:t>
            </a:r>
          </a:p>
          <a:p>
            <a:r>
              <a:t>- 我的票不見了，可以補發嗎？ I lost my ticket. Can you reissue it?</a:t>
            </a:r>
          </a:p>
          <a:p>
            <a:r>
              <a:t>- 票根要留著嗎？ Do I need to keep the ticket stub?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C481-B48B-49AF-9558-DE13EE53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8B319-BDA0-0C5F-4684-688D774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CE9345-6DB9-6630-A32C-C6C7E27C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請問門票多少錢？ ¿Cuánto cuesta la entrada?</a:t>
            </a:r>
          </a:p>
          <a:p>
            <a:r>
              <a:t>- 有學生票／兒童票／敬老票嗎？ ¿Hay entradas para estudiantes / niños / personas mayores?</a:t>
            </a:r>
          </a:p>
          <a:p>
            <a:r>
              <a:t>- 外國遊客有優惠嗎？ ¿Hay descuento para turistas extranjeros?</a:t>
            </a:r>
          </a:p>
          <a:p>
            <a:r>
              <a:t>- 我要買兩張全票、一張半票。 Quiero dos entradas de adulto y una de media tarifa.</a:t>
            </a:r>
          </a:p>
          <a:p/>
          <a:p>
            <a:r>
              <a:t>門票：entrada, boleto de entrada / admission ticket</a:t>
            </a:r>
          </a:p>
          <a:p>
            <a:r>
              <a:t>全票：entrada de adulto, tarifa completa / full-price ticket</a:t>
            </a:r>
          </a:p>
          <a:p>
            <a:r>
              <a:t>半票：media tarifa, entrada reducida / half-price ticket</a:t>
            </a:r>
          </a:p>
          <a:p>
            <a:r>
              <a:t>學生票：entrada de estudiante / student ticket</a:t>
            </a:r>
          </a:p>
          <a:p>
            <a:r>
              <a:t>優惠：descuento, promoción / discount, special offer</a:t>
            </a:r>
          </a:p>
          <a:p>
            <a:r>
              <a:t>證件：documento de identidad, identificación / ID, identification</a:t>
            </a:r>
          </a:p>
          <a:p>
            <a:r>
              <a:t>外國遊客：turista extranjero / foreign visitor</a:t>
            </a:r>
          </a:p>
          <a:p/>
          <a:p>
            <a:r>
              <a:t>- 請問門票多少錢？ How much is the admission ticket?</a:t>
            </a:r>
          </a:p>
          <a:p>
            <a:r>
              <a:t>- 有學生票／兒童票／敬老票嗎？ Are there student / child / senior tickets?</a:t>
            </a:r>
          </a:p>
          <a:p>
            <a:r>
              <a:t>- 外國遊客有優惠嗎？ Is there a discount for foreign visitors?</a:t>
            </a:r>
          </a:p>
          <a:p>
            <a:r>
              <a:t>- 我要買兩張全票、一張半票。 I'd like two full-price tickets and one half-price ticket.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40C71E-61C0-D577-5299-AE1F9B6BB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61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8830-46E0-472E-6994-1B48B7BD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3F1D0-EDA9-C887-9ACA-2E11041B8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26030B-21D7-35E7-87D4-F6CE414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請問在哪裡買票？ ¿Dónde se compran las entradas?</a:t>
            </a:r>
          </a:p>
          <a:p>
            <a:r>
              <a:t>- 可以線上買票嗎？ ¿Puedo comprar las entradas en línea?</a:t>
            </a:r>
          </a:p>
          <a:p>
            <a:r>
              <a:t>- 我已經在網路上訂票了，這是我的 QR code。 Ya compré las entradas en línea; este es mi código QR.</a:t>
            </a:r>
          </a:p>
          <a:p>
            <a:r>
              <a:t>- 可以刷卡或用行動支付嗎？ ¿Puedo pagar con tarjeta o con pago móvil?</a:t>
            </a:r>
          </a:p>
          <a:p/>
          <a:p>
            <a:r>
              <a:t>售票處：taquilla, boletería / ticket office</a:t>
            </a:r>
          </a:p>
          <a:p>
            <a:r>
              <a:t>自動售票機：máquina expendedora de boletos / ticket vending machine</a:t>
            </a:r>
          </a:p>
          <a:p>
            <a:r>
              <a:t>線上：en línea / online</a:t>
            </a:r>
          </a:p>
          <a:p>
            <a:r>
              <a:t>電子票：entrada electrónica, boleto electrónico / e-ticket</a:t>
            </a:r>
          </a:p>
          <a:p>
            <a:r>
              <a:t>QR code：código QR / QR code</a:t>
            </a:r>
          </a:p>
          <a:p>
            <a:r>
              <a:t>刷卡：pagar con tarjeta / pay by card</a:t>
            </a:r>
          </a:p>
          <a:p>
            <a:r>
              <a:t>行動支付：pago móvil / mobile payment</a:t>
            </a:r>
          </a:p>
          <a:p/>
          <a:p>
            <a:r>
              <a:t>- 請問在哪裡買票？ Where can I buy tickets?</a:t>
            </a:r>
          </a:p>
          <a:p>
            <a:r>
              <a:t>- 可以線上買票嗎？ Can I buy tickets online?</a:t>
            </a:r>
          </a:p>
          <a:p>
            <a:r>
              <a:t>- 我已經在網路上訂票了，這是我的 QR code。 I already booked online. Here is my QR code.</a:t>
            </a:r>
          </a:p>
          <a:p>
            <a:r>
              <a:t>- 可以刷卡或用行動支付嗎？ Can I pay by card or mobile payment?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C1156-0FC7-52C7-934B-24AEF1AFD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82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DA69-4371-5762-2B43-6A736FFE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8EC0F3D-507F-BCFD-3E25-BB9F2147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C285A7-2473-8AC0-0CC3-2BDF8D83E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請問今天幾點開放？幾點關門？ ¿A qué hora abren hoy? ¿A qué hora cierran?</a:t>
            </a:r>
          </a:p>
          <a:p>
            <a:r>
              <a:t>- 星期一休館嗎？ ¿Cierran los lunes?</a:t>
            </a:r>
          </a:p>
          <a:p>
            <a:r>
              <a:t>- 最後入場是幾點？ ¿A qué hora es la última entrada?</a:t>
            </a:r>
          </a:p>
          <a:p>
            <a:r>
              <a:t>- 入口在哪裡？需要排隊嗎？ ¿Dónde está la entrada? ¿Hay que hacer fila?</a:t>
            </a:r>
          </a:p>
          <a:p/>
          <a:p>
            <a:r>
              <a:t>開放時間：horario de apertura / opening hours</a:t>
            </a:r>
          </a:p>
          <a:p>
            <a:r>
              <a:t>關門：cerrar / close</a:t>
            </a:r>
          </a:p>
          <a:p>
            <a:r>
              <a:t>休館：día de cierre, cerrado por descanso / closed (museum closing day)</a:t>
            </a:r>
          </a:p>
          <a:p>
            <a:r>
              <a:t>最後入場：última entrada / last admission</a:t>
            </a:r>
          </a:p>
          <a:p>
            <a:r>
              <a:t>入口：entrada, acceso / entrance</a:t>
            </a:r>
          </a:p>
          <a:p>
            <a:r>
              <a:t>出口：salida / exit</a:t>
            </a:r>
          </a:p>
          <a:p>
            <a:r>
              <a:t>排隊：hacer fila, hacer cola / queue, line up</a:t>
            </a:r>
          </a:p>
          <a:p/>
          <a:p>
            <a:r>
              <a:t>- 請問今天幾點開放？幾點關門？ What time do you open today? What time do you close?</a:t>
            </a:r>
          </a:p>
          <a:p>
            <a:r>
              <a:t>- 星期一休館嗎？ Are you closed on Mondays?</a:t>
            </a:r>
          </a:p>
          <a:p>
            <a:r>
              <a:t>- 最後入場是幾點？ What time is the last admission?</a:t>
            </a:r>
          </a:p>
          <a:p>
            <a:r>
              <a:t>- 入口在哪裡？需要排隊嗎？ Where is the entrance? Do I need to queue?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B6B09C-D889-6C1C-B198-AC244133D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84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CEF8-7297-28B1-F347-F0F2CDD5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C8E1B2-1720-2CA3-DCE1-44A7C1E7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8BE216-B7BB-DD13-5FE6-514DC2BF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有中文／西班牙語的語音導覽嗎？ ¿Hay audioguía en chino / en español?</a:t>
            </a:r>
          </a:p>
          <a:p>
            <a:r>
              <a:t>- 可以給我一份導覽地圖嗎？ ¿Me puede dar un mapa de la visita?</a:t>
            </a:r>
          </a:p>
          <a:p>
            <a:r>
              <a:t>- 裡面可以拍照嗎？可以用閃光燈嗎？ ¿Se pueden tomar fotos dentro? ¿Se puede usar flash?</a:t>
            </a:r>
          </a:p>
          <a:p>
            <a:r>
              <a:t>- 大背包要寄放嗎？寄物櫃在哪裡？ ¿Hay que dejar las mochilas grandes? ¿Dónde están los casilleros?</a:t>
            </a:r>
          </a:p>
          <a:p/>
          <a:p>
            <a:r>
              <a:t>語音導覽：audioguía / audio guide</a:t>
            </a:r>
          </a:p>
          <a:p>
            <a:r>
              <a:t>地圖：mapa / map</a:t>
            </a:r>
          </a:p>
          <a:p>
            <a:r>
              <a:t>拍照：tomar fotos / take photos</a:t>
            </a:r>
          </a:p>
          <a:p>
            <a:r>
              <a:t>閃光燈：flash / flash</a:t>
            </a:r>
          </a:p>
          <a:p>
            <a:r>
              <a:t>禁止：prohibido / prohibited</a:t>
            </a:r>
          </a:p>
          <a:p>
            <a:r>
              <a:t>寄物櫃：casillero, taquilla / locker</a:t>
            </a:r>
          </a:p>
          <a:p>
            <a:r>
              <a:t>背包：mochila / backpack</a:t>
            </a:r>
          </a:p>
          <a:p/>
          <a:p>
            <a:r>
              <a:t>- 有中文／西班牙語的語音導覽嗎？ Is there an audio guide in Chinese / Spanish?</a:t>
            </a:r>
          </a:p>
          <a:p>
            <a:r>
              <a:t>- 可以給我一份導覽地圖嗎？ Could I have a guide map?</a:t>
            </a:r>
          </a:p>
          <a:p>
            <a:r>
              <a:t>- 裡面可以拍照嗎？可以用閃光燈嗎？ Can I take photos inside? Can I use flash?</a:t>
            </a:r>
          </a:p>
          <a:p>
            <a:r>
              <a:t>- 大背包要寄放嗎？寄物櫃在哪裡？ Do big backpacks need to be stored? Where are the lockers?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75A0DD-459A-E9A1-F5DC-DD63A9991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77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735A-DAB9-A5A2-691A-2CB8714F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0F47FF-2089-AD6D-8C30-1B404A4C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DBFB97-9389-D7C4-4123-185CCF2D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特展和常設展要分開買票嗎？ ¿Hay que comprar entradas separadas para la exposición temporal y la permanente?</a:t>
            </a:r>
          </a:p>
          <a:p>
            <a:r>
              <a:t>- 有沒有一日券／套票？ ¿Hay pase de un día / paquete de entradas?</a:t>
            </a:r>
          </a:p>
          <a:p>
            <a:r>
              <a:t>- 這張票可以進去幾個展區？ ¿A cuántas salas de exposición da acceso esta entrada?</a:t>
            </a:r>
          </a:p>
          <a:p>
            <a:r>
              <a:t>- 請問展覽到什麼時候結束？ ¿Hasta cuándo dura la exposición?</a:t>
            </a:r>
          </a:p>
          <a:p/>
          <a:p>
            <a:r>
              <a:t>特展：exposición temporal, exposición especial / special exhibition</a:t>
            </a:r>
          </a:p>
          <a:p>
            <a:r>
              <a:t>常設展：exposición permanente / permanent exhibition</a:t>
            </a:r>
          </a:p>
          <a:p>
            <a:r>
              <a:t>套票：paquete de entradas, entrada combinada / combo ticket</a:t>
            </a:r>
          </a:p>
          <a:p>
            <a:r>
              <a:t>一日券：pase de un día / day pass</a:t>
            </a:r>
          </a:p>
          <a:p>
            <a:r>
              <a:t>展區：sala de exposición, área de exposición / exhibition area</a:t>
            </a:r>
          </a:p>
          <a:p>
            <a:r>
              <a:t>展覽：exposición / exhibition</a:t>
            </a:r>
          </a:p>
          <a:p>
            <a:r>
              <a:t>結束：terminar, acabar / end, finish</a:t>
            </a:r>
          </a:p>
          <a:p/>
          <a:p>
            <a:r>
              <a:t>- 特展和常設展要分開買票嗎？ Do I need separate tickets for the special exhibition and the permanent exhibition?</a:t>
            </a:r>
          </a:p>
          <a:p>
            <a:r>
              <a:t>- 有沒有一日券／套票？ Is there a day pass / combo ticket?</a:t>
            </a:r>
          </a:p>
          <a:p>
            <a:r>
              <a:t>- 這張票可以進去幾個展區？ How many exhibition areas can I enter with this ticket?</a:t>
            </a:r>
          </a:p>
          <a:p>
            <a:r>
              <a:t>- 請問展覽到什麼時候結束？ When does the exhibition end?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F3B2C2-1125-E094-4EA6-9D2CA8030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03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2E0D-4B0F-E6E2-50FA-FA67560F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1C4A38-C9DA-8F5C-5F92-2BE5B1BC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BB7AF-3D8D-EDAB-9A79-9C77C0CD6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全票：entrada de adulto / full-price ticket  ///  學生票：entrada de estudiante / student ticket  ///  證件：identificación / ID</a:t>
            </a:r>
          </a:p>
          <a:p>
            <a:r>
              <a:t>優惠：descuento / discount  ///  刷卡：pagar con tarjeta / pay by card  ///  感應：acercar la tarjeta / tap</a:t>
            </a:r>
          </a:p>
          <a:p/>
          <a:p>
            <a:r>
              <a:t>旅客：你好，我要買兩張全票和一張學生票。</a:t>
            </a:r>
          </a:p>
          <a:p>
            <a:r>
              <a:t>售票員：好的，學生票請出示您的證件。</a:t>
            </a:r>
          </a:p>
          <a:p>
            <a:r>
              <a:t>旅客：這是我的學生證。請問外國遊客有優惠嗎？</a:t>
            </a:r>
          </a:p>
          <a:p>
            <a:r>
              <a:t>售票員：有的，今天外國遊客票價打八折。</a:t>
            </a:r>
          </a:p>
          <a:p>
            <a:r>
              <a:t>旅客：好的，請問可以刷卡嗎？</a:t>
            </a:r>
          </a:p>
          <a:p>
            <a:r>
              <a:t>售票員：可以，請在這裡感應。</a:t>
            </a:r>
          </a:p>
          <a:p/>
          <a:p>
            <a:r>
              <a:t>Viajero: Hola, quiero dos entradas de adulto y una de estudiante.</a:t>
            </a:r>
          </a:p>
          <a:p>
            <a:r>
              <a:t>Taquilla: Muy bien. Para la de estudiante, por favor muestre su identificación.</a:t>
            </a:r>
          </a:p>
          <a:p>
            <a:r>
              <a:t>Viajero: Aquí tiene mi carné de estudiante. ¿Hay descuento para turistas extranjeros?</a:t>
            </a:r>
          </a:p>
          <a:p>
            <a:r>
              <a:t>Taquilla: Sí, hoy los turistas extranjeros tienen un 20 % de descuento.</a:t>
            </a:r>
          </a:p>
          <a:p>
            <a:r>
              <a:t>Viajero: Perfecto. ¿Puedo pagar con tarjeta?</a:t>
            </a:r>
          </a:p>
          <a:p>
            <a:r>
              <a:t>Taquilla: Sí, acerque su tarjeta aquí, por favor.</a:t>
            </a:r>
          </a:p>
          <a:p/>
          <a:p>
            <a:r>
              <a:t>Guest: Hello, I'd like two full-price tickets and one student ticket.</a:t>
            </a:r>
          </a:p>
          <a:p>
            <a:r>
              <a:t>Ticket seller: Okay. For the student ticket, please show your ID.</a:t>
            </a:r>
          </a:p>
          <a:p>
            <a:r>
              <a:t>Guest: Here is my student ID. Is there a discount for foreign visitors?</a:t>
            </a:r>
          </a:p>
          <a:p>
            <a:r>
              <a:t>Ticket seller: Yes, foreign visitors get 20% off today.</a:t>
            </a:r>
          </a:p>
          <a:p>
            <a:r>
              <a:t>Guest: Great. Can I pay by card?</a:t>
            </a:r>
          </a:p>
          <a:p>
            <a:r>
              <a:t>Ticket seller: Yes, please tap your card here.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D396BC-98F4-9A9B-B680-030DA8746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1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91F5-B7C9-4EAB-8E94-307A4A38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F8D44C-6C05-9742-7C12-C4D07321E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AA4116-C8AB-C1C6-E4E6-E1306EE9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正確順序（填數字）：4 → 6 → 5 → 1 → 3 → 2</a:t>
            </a:r>
          </a:p>
          <a:p/>
          <a:p>
            <a:r>
              <a:t>旅客：你好，我想買一張學生票。</a:t>
            </a:r>
          </a:p>
          <a:p>
            <a:r>
              <a:t>售票員：好的，請出示您的學生證。</a:t>
            </a:r>
          </a:p>
          <a:p>
            <a:r>
              <a:t>旅客：這是我的學生證。</a:t>
            </a:r>
          </a:p>
          <a:p>
            <a:r>
              <a:t>售票員：學生票一張兩百元。</a:t>
            </a:r>
          </a:p>
          <a:p>
            <a:r>
              <a:t>旅客：我可以刷卡嗎？</a:t>
            </a:r>
          </a:p>
          <a:p>
            <a:r>
              <a:t>售票員：可以，這是您的票，請從入口進去。</a:t>
            </a:r>
          </a:p>
          <a:p/>
          <a:p>
            <a:r>
              <a:t>Viajero: Hola, quisiera comprar una entrada de estudiante.</a:t>
            </a:r>
          </a:p>
          <a:p>
            <a:r>
              <a:t>Taquilla: Claro. Por favor, muéstreme su carné de estudiante.</a:t>
            </a:r>
          </a:p>
          <a:p>
            <a:r>
              <a:t>Viajero: Aquí tiene mi carné de estudiante.</a:t>
            </a:r>
          </a:p>
          <a:p>
            <a:r>
              <a:t>Taquilla: La entrada de estudiante cuesta doscientos dólares taiwaneses.</a:t>
            </a:r>
          </a:p>
          <a:p>
            <a:r>
              <a:t>Viajero: ¿Puedo pagar con tarjeta?</a:t>
            </a:r>
          </a:p>
          <a:p>
            <a:r>
              <a:t>Taquilla: Sí. Aquí tiene su entrada; por favor, pase por la entrada.</a:t>
            </a:r>
          </a:p>
          <a:p/>
          <a:p>
            <a:r>
              <a:t>Guest: Hello, I'd like one student ticket.</a:t>
            </a:r>
          </a:p>
          <a:p>
            <a:r>
              <a:t>Ticket seller: Sure. Please show your student ID.</a:t>
            </a:r>
          </a:p>
          <a:p>
            <a:r>
              <a:t>Guest: Here is my student ID.</a:t>
            </a:r>
          </a:p>
          <a:p>
            <a:r>
              <a:t>Ticket seller: A student ticket is NT$200.</a:t>
            </a:r>
          </a:p>
          <a:p>
            <a:r>
              <a:t>Guest: Can I pay by card?</a:t>
            </a:r>
          </a:p>
          <a:p>
            <a:r>
              <a:t>Ticket seller: Yes. Here is your ticket; please go in through the entrance.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BA323B-1DB6-3096-060E-4F15D990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45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1C1D-85BC-90D4-29B4-0E71FC1F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D83BA7-F727-B5A7-684F-4946E6435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92D9A6-F4C1-5CD7-B567-BD05AA4C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角色扮演提示：全票 / 語音導覽 / 拍照</a:t>
            </a:r>
          </a:p>
          <a:p>
            <a:r>
              <a:t>你買票了嗎？ ¿Ya compraste la entrada?</a:t>
            </a:r>
          </a:p>
          <a:p>
            <a:r>
              <a:t>你想看什麼展覽？ ¿Qué exposición quieres ver?</a:t>
            </a:r>
          </a:p>
          <a:p>
            <a:r>
              <a:t>你要買幾張票？ ¿Cuántas entradas vas a comprar?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1E3B6D-FF5F-5683-1D2A-EC9D59E6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892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開放時間：horario de apertura / opening hours  ///  入口：entrada / entrance  ///  語音導覽：audioguía / audio guide</a:t>
            </a:r>
          </a:p>
          <a:p>
            <a:r>
              <a:t>地圖：mapa / map  ///  寄物櫃：casillero / locker  ///  拍照：tomar fotos / take photos</a:t>
            </a:r>
          </a:p>
          <a:p/>
          <a:p>
            <a:r>
              <a:t>旅客：請問今天的開放時間是幾點？</a:t>
            </a:r>
          </a:p>
          <a:p>
            <a:r>
              <a:t>服務員：早上九點到下午五點，入口在您的右手邊。</a:t>
            </a:r>
          </a:p>
          <a:p>
            <a:r>
              <a:t>旅客：有中文的語音導覽嗎？</a:t>
            </a:r>
          </a:p>
          <a:p>
            <a:r>
              <a:t>服務員：有的，服務台可以領，也有地圖。</a:t>
            </a:r>
          </a:p>
          <a:p>
            <a:r>
              <a:t>旅客：我的大背包要放哪裡？</a:t>
            </a:r>
          </a:p>
          <a:p>
            <a:r>
              <a:t>服務員：請放在寄物櫃。裡面可以拍照。</a:t>
            </a:r>
          </a:p>
          <a:p/>
          <a:p>
            <a:r>
              <a:t>Viajero: Disculpe, ¿cuál es el horario de apertura de hoy?</a:t>
            </a:r>
          </a:p>
          <a:p>
            <a:r>
              <a:t>Personal: De nueve de la mañana a cinco de la tarde. La entrada está a su derecha.</a:t>
            </a:r>
          </a:p>
          <a:p>
            <a:r>
              <a:t>Viajero: ¿Hay audioguía en chino?</a:t>
            </a:r>
          </a:p>
          <a:p>
            <a:r>
              <a:t>Personal: Sí, se recoge en el mostrador de información. También hay mapas.</a:t>
            </a:r>
          </a:p>
          <a:p>
            <a:r>
              <a:t>Viajero: ¿Dónde dejo mi mochila grande?</a:t>
            </a:r>
          </a:p>
          <a:p>
            <a:r>
              <a:t>Personal: Déjela en los casilleros. Puede tomar fotos adentro.</a:t>
            </a:r>
          </a:p>
          <a:p/>
          <a:p>
            <a:r>
              <a:t>Guest: Excuse me, what are the opening hours today?</a:t>
            </a:r>
          </a:p>
          <a:p>
            <a:r>
              <a:t>Staff: From 9 a.m. to 5 p.m. The entrance is on your right.</a:t>
            </a:r>
          </a:p>
          <a:p>
            <a:r>
              <a:t>Guest: Is there an audio guide in Chinese?</a:t>
            </a:r>
          </a:p>
          <a:p>
            <a:r>
              <a:t>Staff: Yes, you can pick one up at the information desk. There are maps too.</a:t>
            </a:r>
          </a:p>
          <a:p>
            <a:r>
              <a:t>Guest: Where should I leave my big backpack?</a:t>
            </a:r>
          </a:p>
          <a:p>
            <a:r>
              <a:t>Staff: Please put it in a locker. You can take photos inside.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正確順序（填數字）：5 → 3 → 1 → 4 → 6 → 2</a:t>
            </a:r>
          </a:p>
          <a:p/>
          <a:p>
            <a:r>
              <a:t>旅客：你好，我已經在網路上訂票了。</a:t>
            </a:r>
          </a:p>
          <a:p>
            <a:r>
              <a:t>工作人員：好的，請給我看您的 QR code。</a:t>
            </a:r>
          </a:p>
          <a:p>
            <a:r>
              <a:t>旅客：在這裡，是電子票。</a:t>
            </a:r>
          </a:p>
          <a:p>
            <a:r>
              <a:t>工作人員：沒問題。請問您要語音導覽嗎？</a:t>
            </a:r>
          </a:p>
          <a:p>
            <a:r>
              <a:t>旅客：好，請給我一個西班牙語的。</a:t>
            </a:r>
          </a:p>
          <a:p>
            <a:r>
              <a:t>工作人員：這是您的語音導覽和地圖，祝您參觀愉快！</a:t>
            </a:r>
          </a:p>
          <a:p/>
          <a:p>
            <a:r>
              <a:t>Viajero: Hola, ya compré mis entradas en línea.</a:t>
            </a:r>
          </a:p>
          <a:p>
            <a:r>
              <a:t>Personal: Muy bien. Por favor, muéstreme su código QR.</a:t>
            </a:r>
          </a:p>
          <a:p>
            <a:r>
              <a:t>Viajero: Aquí está; es una entrada electrónica.</a:t>
            </a:r>
          </a:p>
          <a:p>
            <a:r>
              <a:t>Personal: Perfecto. ¿Desea una audioguía?</a:t>
            </a:r>
          </a:p>
          <a:p>
            <a:r>
              <a:t>Viajero: Sí, deme una en español, por favor.</a:t>
            </a:r>
          </a:p>
          <a:p>
            <a:r>
              <a:t>Personal: Aquí tiene su audioguía y un mapa. ¡Disfrute su visita!</a:t>
            </a:r>
          </a:p>
          <a:p/>
          <a:p>
            <a:r>
              <a:t>Guest: Hello, I already booked my tickets online.</a:t>
            </a:r>
          </a:p>
          <a:p>
            <a:r>
              <a:t>Staff: Great. Please show me your QR code.</a:t>
            </a:r>
          </a:p>
          <a:p>
            <a:r>
              <a:t>Guest: Here it is; it's an e-ticket.</a:t>
            </a:r>
          </a:p>
          <a:p>
            <a:r>
              <a:t>Staff: No problem. Would you like an audio guide?</a:t>
            </a:r>
          </a:p>
          <a:p>
            <a:r>
              <a:t>Guest: Yes, please give me a Spanish one.</a:t>
            </a:r>
          </a:p>
          <a:p>
            <a:r>
              <a:t>Staff: Here are your audio guide and map. Enjoy your visit!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正確順序（填數字）：3 → 4 → 6 → 1 → 7 → 5 → 2 → 8</a:t>
            </a:r>
          </a:p>
          <a:p/>
          <a:p>
            <a:r>
              <a:t>旅客：你好，請問特展和常設展要分開買票嗎？</a:t>
            </a:r>
          </a:p>
          <a:p>
            <a:r>
              <a:t>售票員：要的，不過我們有套票，兩個展區都能看。</a:t>
            </a:r>
          </a:p>
          <a:p>
            <a:r>
              <a:t>旅客：套票多少錢？</a:t>
            </a:r>
          </a:p>
          <a:p>
            <a:r>
              <a:t>售票員：一張六百元，一日內有效。</a:t>
            </a:r>
          </a:p>
          <a:p>
            <a:r>
              <a:t>旅客：好，我買兩張。下雨可以改期嗎？</a:t>
            </a:r>
          </a:p>
          <a:p>
            <a:r>
              <a:t>售票員：可以，請在前一天線上改期。</a:t>
            </a:r>
          </a:p>
          <a:p>
            <a:r>
              <a:t>旅客：那如果我的票不見了呢？</a:t>
            </a:r>
          </a:p>
          <a:p>
            <a:r>
              <a:t>售票員：請帶證件來服務台，我們可以補發。</a:t>
            </a:r>
          </a:p>
          <a:p/>
          <a:p>
            <a:r>
              <a:t>Viajero: Hola, ¿hay que comprar entradas separadas para la exposición temporal y la permanente?</a:t>
            </a:r>
          </a:p>
          <a:p>
            <a:r>
              <a:t>Taquilla: Sí, pero tenemos un paquete de entradas que incluye ambas salas.</a:t>
            </a:r>
          </a:p>
          <a:p>
            <a:r>
              <a:t>Viajero: ¿Cuánto cuesta el paquete?</a:t>
            </a:r>
          </a:p>
          <a:p>
            <a:r>
              <a:t>Taquilla: Seiscientos dólares taiwaneses por persona, válido por un día.</a:t>
            </a:r>
          </a:p>
          <a:p>
            <a:r>
              <a:t>Viajero: Bien, quiero dos. Si llueve, ¿puedo cambiar la fecha?</a:t>
            </a:r>
          </a:p>
          <a:p>
            <a:r>
              <a:t>Taquilla: Sí, puede cambiarla en línea el día anterior.</a:t>
            </a:r>
          </a:p>
          <a:p>
            <a:r>
              <a:t>Viajero: ¿Y si pierdo mi entrada?</a:t>
            </a:r>
          </a:p>
          <a:p>
            <a:r>
              <a:t>Taquilla: Venga al mostrador de servicio con su identificación y se la reemitimos.</a:t>
            </a:r>
          </a:p>
          <a:p/>
          <a:p>
            <a:r>
              <a:t>Guest: Hello, do I need separate tickets for the special exhibition and the permanent exhibition?</a:t>
            </a:r>
          </a:p>
          <a:p>
            <a:r>
              <a:t>Ticket seller: Yes, but we have a combo ticket that covers both areas.</a:t>
            </a:r>
          </a:p>
          <a:p>
            <a:r>
              <a:t>Guest: How much is the combo ticket?</a:t>
            </a:r>
          </a:p>
          <a:p>
            <a:r>
              <a:t>Ticket seller: NT$600 per person, valid for one day.</a:t>
            </a:r>
          </a:p>
          <a:p>
            <a:r>
              <a:t>Guest: Okay, I will take two. If it rains, can I change the date?</a:t>
            </a:r>
          </a:p>
          <a:p>
            <a:r>
              <a:t>Ticket seller: Yes, you can reschedule online the day before.</a:t>
            </a:r>
          </a:p>
          <a:p>
            <a:r>
              <a:t>Guest: And what if I lose my ticket?</a:t>
            </a:r>
          </a:p>
          <a:p>
            <a:r>
              <a:t>Ticket seller: Bring your ID to the service desk and we can reissue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0B68F-12C4-4572-87D8-E6E622548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882F5-AAB7-49FF-9ABA-838462E04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4B99D-A51F-4EFC-AA00-08CE1813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B97DFB-E329-4F7F-BE10-239C93C7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48329-9BF7-457F-A130-8FC6F503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74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0088C-485F-42EF-8030-FAB03EDE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5A13D-823A-4811-B423-CE717B9F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60075-53C3-468B-8C07-5972A004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2AF9E-28E5-4A4B-AD70-B41367DD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8152B-A8D6-442B-BC46-4C9E6FE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74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B4A36-CFE7-4936-AACF-E5BF4702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2CA58-680A-44F0-BB09-801C1CB2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4EDE07-6323-4114-AA2B-D4B8F87B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6F603B-C3B7-4921-A0BC-230179EF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9BA487-AD61-4121-AF00-5BA59615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67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841ED-AC93-49BA-B5DC-A7F9105E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08F0C5-D41A-41B6-BA13-DFB38933F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4C79E9-BE33-4F57-B652-70F39E878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B29FCD-713F-470F-9368-FA489156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A0BCF2-BE85-4D1A-8E39-2F9EF879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D35EE1-0606-4378-9188-3789616E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80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AD922-A4A5-4CBE-9742-29EF16E4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2E76D1-F989-4D3E-B963-CEEC8556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5CBB8-D90C-462C-97CA-3D94D95D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FF5289-7BF8-41C8-9B5A-A635430E2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F20A36-B54E-4BC9-8EC3-DF9F1627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3D5F22-2172-41DA-A3A0-1B18937F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8BEF55-C700-4C50-BD36-CAA18C5F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1DFD891-1391-4C7F-B737-A4BC5C7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32301-1CCA-481F-AE4D-557B981B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EEB2B1-B881-47CA-ABD6-698B03C0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7F37B4C-B049-48D9-BF03-A11BE409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41792B-1FFB-4168-B98C-E206688E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0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E8E902-CFD7-4A46-9C82-9140EDA3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7E0CB-8A5E-4B77-8E34-B5210B20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21A269-7B59-4290-A961-1AAD0680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6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581A4-D35C-4C38-8046-0C96816C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C02A-18D7-487C-A20E-B2CE46CE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2547E9-33D9-4D74-94F9-E8577816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90CA51-29FD-4CAB-A358-1E97B27A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68A19-DC5E-476A-ADDD-EEE4D808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792A5-D6C6-42C0-88B5-B741D8A9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8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1ECDC-C009-4B6D-BB83-FAAD4519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44EE84-50C8-45E1-8E78-D187FF357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11EA73-72C8-4160-B959-0B8F4356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DED110-3341-46D5-9953-84F97C9B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14FE7-AFA4-4160-975F-A1D7ACB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F0571B-7ECC-4128-B396-F594599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27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6D4B2-A1A1-4648-9523-7BDC2C8D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E9A16-B435-4B5D-B119-872F7250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034519-4A88-4E15-BED0-2860252B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199377-B691-4DBC-8CB9-AED86CD3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6E36CE-ACAC-4E74-8AA8-E005AF25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6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50E7EB-8631-4F40-8298-9F366588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9E4D74-F947-48F0-815A-9FB1743F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B69679-EA51-4C48-B0F1-0DB8B98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69F74E-9273-47E1-B33F-A7E04EF4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1E08EE-758A-4B1C-AF00-1D583671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77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4FE16E-A493-4AA2-B063-D815802E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CEBE22-CDE3-4AC2-B295-CCF423F2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DCA366-607E-4525-A73E-59F439F43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B70584-D3B4-48AC-9081-C3BC0EE24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852FDA-A01E-43BB-B7EC-3D7DE828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1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6689-9EF7-CDA4-7C12-CEA82748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3CEBB10-835E-6B4B-CEF3-A480DBDBE46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32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0469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9C42-E8A3-4CB9-5596-E3C8381C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27C1910-22F4-E51F-1DAF-D8D83F905992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504D1A-4670-15B1-2329-0072B7E17C03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门票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entrada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全票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entrada completa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半票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media tarifa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学生票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entrada estudiante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优惠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descuento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证件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identificación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外国游客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turista extranjero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例：旅客在博物館售票窗口前，看著牆上的票價表詢問</a:t>
            </a:r>
          </a:p>
        </p:txBody>
      </p:sp>
    </p:spTree>
    <p:extLst>
      <p:ext uri="{BB962C8B-B14F-4D97-AF65-F5344CB8AC3E}">
        <p14:creationId xmlns:p14="http://schemas.microsoft.com/office/powerpoint/2010/main" val="1159572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0E35-8F19-F718-1AA9-4EF2FAA0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4F61F47-5B0C-E4C6-67C6-E8D27469E46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9AC89B-A9FB-7A0A-CBC5-195FA6A0EFF7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售票处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taquilla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自动售票机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máquina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线上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 línea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电子票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entrada electrónica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QR code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 código QR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刷卡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pagar con tarjeta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行动支付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pago móvil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例：旅客在自動售票機前，手機螢幕顯示 QR code</a:t>
            </a:r>
          </a:p>
        </p:txBody>
      </p:sp>
    </p:spTree>
    <p:extLst>
      <p:ext uri="{BB962C8B-B14F-4D97-AF65-F5344CB8AC3E}">
        <p14:creationId xmlns:p14="http://schemas.microsoft.com/office/powerpoint/2010/main" val="74359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A9DC-A444-ABBE-9ACE-D32F7678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E7EB5E7-3673-BF95-8BC1-67A0DF7D69A1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378376-3E69-D628-1F84-38CC7677DA22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开放时间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horario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关门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cerrar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休馆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día de cierre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最后入场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última entrada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入口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entrada, acceso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出口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salida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排队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hacer fila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例：旅客站在美術館入口，看著開放時間告示牌</a:t>
            </a:r>
          </a:p>
        </p:txBody>
      </p:sp>
    </p:spTree>
    <p:extLst>
      <p:ext uri="{BB962C8B-B14F-4D97-AF65-F5344CB8AC3E}">
        <p14:creationId xmlns:p14="http://schemas.microsoft.com/office/powerpoint/2010/main" val="965191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121-1F65-4908-0D16-CF0AA2F1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C19E1CA-BF4D-12B6-8CFB-F0265A02842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834EC5-6CB4-F25C-D21F-0F0100739141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语音导览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audioguía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地图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mapa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拍照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tomar fotos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闪光灯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flash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禁止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prohibido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寄物柜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casillero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背包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mochila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例：旅客戴著語音導覽耳機看展品，旁邊有寄物櫃</a:t>
            </a:r>
          </a:p>
        </p:txBody>
      </p:sp>
    </p:spTree>
    <p:extLst>
      <p:ext uri="{BB962C8B-B14F-4D97-AF65-F5344CB8AC3E}">
        <p14:creationId xmlns:p14="http://schemas.microsoft.com/office/powerpoint/2010/main" val="2261242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特展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temporal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常设展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permanente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套票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paquete de entradas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一日券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pase de un día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展区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sala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展览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exposición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结束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terminar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例：旅客在美術館看特展海報與套票告示牌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改期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cambiar la fecha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退票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reembolsar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补发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reemitir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票根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talón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不见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perder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下雨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llover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例：旅客在服務台，手拿票詢問，窗外下著雨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旅客：你好，我要买两张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和一张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售票员：好的，学生票请出示您的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旅客：这是我的学生证。请问外国游客有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售票员：有的，今天外国游客票价打八折。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旅客：好的，请问可以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售票员：可以，请在这里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证件  全票  学生票  感应  刷卡  优惠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旅客：请问今天的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是几点？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服务员：早上九点到下午五点，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在您的右手边。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旅客：有中文的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服务员：有的，服务台可以领，也有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旅客：我的大背包要放哪里？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服务员：请放在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。里面可以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语音导览  开放时间  入口  拍照  寄物柜  地图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5.旅客：这是我的学生证。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1.售票员：学生票一张两百元。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4.旅客：你好，我想买一张学生票。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3.旅客：我可以刷卡吗？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2.售票员：可以，这是您的票，请从入口进去。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6.售票员：好的，请出示您的学生证。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5.旅客：你好，我已经在网路上订票了。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1.旅客：在这里，是电子票。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4.工作人员：没问题。请问您要语音导览吗？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3.工作人员：好的，请给我看您的 QR code。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2.工作人员：这是您的语音导览和地图，祝您参观愉快！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6.旅客：好，请给我一个西班牙语的。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653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7.旅客：好，我买两张。下雨可以改期吗？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1.售票员：一张六百元，一日内有效。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546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6.旅客：套票多少钱？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439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5.售票员：可以，请在前一天线上改期。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332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4.售票员：要的，不过我们有套票，两个展区都能看。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760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8.售票员：请带证件来服务台，我们可以补发。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2200000" y="6002520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2.旅客：那如果我的票不见了呢？</a:t>
            </a: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225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3.旅客：你好，请问特展和常设展要分开买票吗？</a:t>
            </a: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002520"/>
            <a:ext cx="46482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B86557-6F1F-BB9E-50AF-624180AD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F1C2D2D-8412-C612-D4D8-BF9AC661487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你买票了吗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你想看什么展览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你要买几张票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全票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语音导览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拍照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26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2361</TotalTime>
  <Words>3757</Words>
  <Application>Microsoft Office PowerPoint</Application>
  <PresentationFormat>自訂</PresentationFormat>
  <Paragraphs>280</Paragraphs>
  <Slides>19</Slides>
  <Notes>19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GoodTeacher 正楷拼音</vt:lpstr>
      <vt:lpstr>標楷體</vt:lpstr>
      <vt:lpstr>澳聲通拼音庫楷-繁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家斌 王</cp:lastModifiedBy>
  <cp:revision>143</cp:revision>
  <dcterms:created xsi:type="dcterms:W3CDTF">2006-08-16T00:00:00Z</dcterms:created>
  <dcterms:modified xsi:type="dcterms:W3CDTF">2026-10-16T00:28:14Z</dcterms:modified>
</cp:coreProperties>
</file>